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58"/>
  </p:normalViewPr>
  <p:slideViewPr>
    <p:cSldViewPr>
      <p:cViewPr varScale="1">
        <p:scale>
          <a:sx n="116" d="100"/>
          <a:sy n="116" d="100"/>
        </p:scale>
        <p:origin x="512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90980" y="884046"/>
            <a:ext cx="640588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90980" y="1745360"/>
            <a:ext cx="9839960" cy="1397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1498" y="1816735"/>
            <a:ext cx="62388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Bayesian</a:t>
            </a:r>
            <a:r>
              <a:rPr sz="2800" spc="-65" dirty="0"/>
              <a:t> </a:t>
            </a:r>
            <a:r>
              <a:rPr sz="2800" dirty="0"/>
              <a:t>Classifier</a:t>
            </a:r>
            <a:r>
              <a:rPr sz="2800" spc="-50" dirty="0"/>
              <a:t> </a:t>
            </a:r>
            <a:r>
              <a:rPr sz="2800" dirty="0"/>
              <a:t>and</a:t>
            </a:r>
            <a:r>
              <a:rPr sz="2800" spc="-100" dirty="0"/>
              <a:t> </a:t>
            </a:r>
            <a:r>
              <a:rPr sz="2800" dirty="0"/>
              <a:t>its</a:t>
            </a:r>
            <a:r>
              <a:rPr sz="2800" spc="-85" dirty="0"/>
              <a:t> </a:t>
            </a:r>
            <a:r>
              <a:rPr sz="2800" spc="-10" dirty="0"/>
              <a:t>variants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626358" y="3050540"/>
            <a:ext cx="48025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430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Chapter</a:t>
            </a:r>
            <a:r>
              <a:rPr sz="1800" b="1" spc="-80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02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spc="-20" dirty="0">
                <a:latin typeface="Tahoma"/>
                <a:cs typeface="Tahoma"/>
              </a:rPr>
              <a:t>Ref.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Book: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Pattern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Recognition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–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S.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Theodoridis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43519" y="4684521"/>
            <a:ext cx="2062481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39725">
              <a:lnSpc>
                <a:spcPct val="100000"/>
              </a:lnSpc>
              <a:spcBef>
                <a:spcPts val="100"/>
              </a:spcBef>
            </a:pPr>
            <a:r>
              <a:rPr lang="en-US" sz="1800" spc="-25" dirty="0">
                <a:latin typeface="Tahoma"/>
                <a:cs typeface="Tahoma"/>
              </a:rPr>
              <a:t>Rakib Mahmud</a:t>
            </a:r>
          </a:p>
          <a:p>
            <a:pPr marL="12700" marR="5080" indent="339725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ahoma"/>
                <a:cs typeface="Tahoma"/>
              </a:rPr>
              <a:t>Lecturer,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BUBT</a:t>
            </a:r>
            <a:endParaRPr sz="1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0980" y="884046"/>
            <a:ext cx="6365240" cy="1134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ahoma"/>
                <a:cs typeface="Tahoma"/>
              </a:rPr>
              <a:t>Classifier</a:t>
            </a:r>
            <a:r>
              <a:rPr sz="2400" b="1" spc="-7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based</a:t>
            </a:r>
            <a:r>
              <a:rPr sz="2400" b="1" spc="-7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on</a:t>
            </a:r>
            <a:r>
              <a:rPr sz="2400" b="1" spc="-6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Bayes</a:t>
            </a:r>
            <a:r>
              <a:rPr sz="2400" b="1" spc="-6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Decision</a:t>
            </a:r>
            <a:r>
              <a:rPr sz="2400" b="1" spc="-65" dirty="0">
                <a:latin typeface="Tahoma"/>
                <a:cs typeface="Tahoma"/>
              </a:rPr>
              <a:t> </a:t>
            </a:r>
            <a:r>
              <a:rPr sz="2400" b="1" spc="-10" dirty="0">
                <a:latin typeface="Tahoma"/>
                <a:cs typeface="Tahoma"/>
              </a:rPr>
              <a:t>theory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ahoma"/>
                <a:cs typeface="Tahoma"/>
              </a:rPr>
              <a:t>Statistical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nature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feature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vectors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5580" y="2952750"/>
            <a:ext cx="5264785" cy="118554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8100" marR="307975">
              <a:lnSpc>
                <a:spcPts val="1939"/>
              </a:lnSpc>
              <a:spcBef>
                <a:spcPts val="345"/>
              </a:spcBef>
            </a:pPr>
            <a:r>
              <a:rPr sz="1800" dirty="0">
                <a:latin typeface="Tahoma"/>
                <a:cs typeface="Tahoma"/>
              </a:rPr>
              <a:t>Assign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pattern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represented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by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feature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vector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0000"/>
                </a:solidFill>
                <a:latin typeface="Tahoma"/>
                <a:cs typeface="Tahoma"/>
              </a:rPr>
              <a:t>most</a:t>
            </a:r>
            <a:r>
              <a:rPr sz="18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0000"/>
                </a:solidFill>
                <a:latin typeface="Tahoma"/>
                <a:cs typeface="Tahoma"/>
              </a:rPr>
              <a:t>probable</a:t>
            </a:r>
            <a:r>
              <a:rPr sz="1800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available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classes</a:t>
            </a:r>
            <a:endParaRPr sz="1800">
              <a:latin typeface="Tahoma"/>
              <a:cs typeface="Tahoma"/>
            </a:endParaRPr>
          </a:p>
          <a:p>
            <a:pPr marL="2380615">
              <a:lnSpc>
                <a:spcPct val="100000"/>
              </a:lnSpc>
              <a:spcBef>
                <a:spcPts val="625"/>
              </a:spcBef>
            </a:pPr>
            <a:r>
              <a:rPr sz="3650" spc="560" dirty="0">
                <a:latin typeface="Symbol"/>
                <a:cs typeface="Symbol"/>
              </a:rPr>
              <a:t></a:t>
            </a:r>
            <a:r>
              <a:rPr sz="2850" spc="839" baseline="-24853" dirty="0">
                <a:latin typeface="Times New Roman"/>
                <a:cs typeface="Times New Roman"/>
              </a:rPr>
              <a:t>1</a:t>
            </a:r>
            <a:r>
              <a:rPr sz="3300" spc="560" dirty="0">
                <a:latin typeface="Times New Roman"/>
                <a:cs typeface="Times New Roman"/>
              </a:rPr>
              <a:t>,</a:t>
            </a:r>
            <a:r>
              <a:rPr sz="3650" spc="560" dirty="0">
                <a:latin typeface="Symbol"/>
                <a:cs typeface="Symbol"/>
              </a:rPr>
              <a:t></a:t>
            </a:r>
            <a:r>
              <a:rPr sz="2850" spc="839" baseline="-24853" dirty="0">
                <a:latin typeface="Times New Roman"/>
                <a:cs typeface="Times New Roman"/>
              </a:rPr>
              <a:t>2</a:t>
            </a:r>
            <a:r>
              <a:rPr sz="2850" spc="-165" baseline="-24853" dirty="0">
                <a:latin typeface="Times New Roman"/>
                <a:cs typeface="Times New Roman"/>
              </a:rPr>
              <a:t> </a:t>
            </a:r>
            <a:r>
              <a:rPr sz="3300" spc="440" dirty="0">
                <a:latin typeface="Times New Roman"/>
                <a:cs typeface="Times New Roman"/>
              </a:rPr>
              <a:t>,...,</a:t>
            </a:r>
            <a:r>
              <a:rPr sz="3650" spc="440" dirty="0">
                <a:latin typeface="Symbol"/>
                <a:cs typeface="Symbol"/>
              </a:rPr>
              <a:t></a:t>
            </a:r>
            <a:r>
              <a:rPr sz="2850" i="1" spc="660" baseline="-24853" dirty="0">
                <a:latin typeface="Times New Roman"/>
                <a:cs typeface="Times New Roman"/>
              </a:rPr>
              <a:t>M</a:t>
            </a:r>
            <a:endParaRPr sz="2850" baseline="-24853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05329" y="4681220"/>
            <a:ext cx="708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That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is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49036" y="5174691"/>
            <a:ext cx="9994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Maximum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41789" y="2090000"/>
            <a:ext cx="15430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i="1" spc="5" dirty="0">
                <a:latin typeface="Times New Roman"/>
                <a:cs typeface="Times New Roman"/>
              </a:rPr>
              <a:t>T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71366" y="2374944"/>
            <a:ext cx="144208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87680" algn="l"/>
                <a:tab pos="1363980" algn="l"/>
              </a:tabLst>
            </a:pPr>
            <a:r>
              <a:rPr sz="1700" i="1" spc="5" dirty="0">
                <a:latin typeface="Times New Roman"/>
                <a:cs typeface="Times New Roman"/>
              </a:rPr>
              <a:t>1</a:t>
            </a:r>
            <a:r>
              <a:rPr sz="1700" i="1" dirty="0">
                <a:latin typeface="Times New Roman"/>
                <a:cs typeface="Times New Roman"/>
              </a:rPr>
              <a:t>	</a:t>
            </a:r>
            <a:r>
              <a:rPr sz="1700" i="1" spc="5" dirty="0">
                <a:latin typeface="Times New Roman"/>
                <a:cs typeface="Times New Roman"/>
              </a:rPr>
              <a:t>2</a:t>
            </a:r>
            <a:r>
              <a:rPr sz="1700" i="1" dirty="0">
                <a:latin typeface="Times New Roman"/>
                <a:cs typeface="Times New Roman"/>
              </a:rPr>
              <a:t>	</a:t>
            </a:r>
            <a:r>
              <a:rPr sz="1700" i="1" spc="-50" dirty="0">
                <a:latin typeface="Times New Roman"/>
                <a:cs typeface="Times New Roman"/>
              </a:rPr>
              <a:t>l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13056" y="1992025"/>
            <a:ext cx="2480310" cy="6337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1031875" algn="l"/>
                <a:tab pos="1521460" algn="l"/>
              </a:tabLst>
            </a:pPr>
            <a:r>
              <a:rPr sz="2900" i="1" u="sng" spc="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</a:t>
            </a:r>
            <a:r>
              <a:rPr sz="2900" i="1" spc="30" dirty="0">
                <a:latin typeface="Times New Roman"/>
                <a:cs typeface="Times New Roman"/>
              </a:rPr>
              <a:t> </a:t>
            </a:r>
            <a:r>
              <a:rPr sz="2900" spc="110" dirty="0">
                <a:latin typeface="Symbol"/>
                <a:cs typeface="Symbol"/>
              </a:rPr>
              <a:t></a:t>
            </a:r>
            <a:r>
              <a:rPr sz="2900" spc="-140" dirty="0">
                <a:latin typeface="Times New Roman"/>
                <a:cs typeface="Times New Roman"/>
              </a:rPr>
              <a:t> </a:t>
            </a:r>
            <a:r>
              <a:rPr sz="3950" spc="-35" dirty="0">
                <a:latin typeface="Symbol"/>
                <a:cs typeface="Symbol"/>
              </a:rPr>
              <a:t></a:t>
            </a:r>
            <a:r>
              <a:rPr sz="2900" i="1" spc="-35" dirty="0">
                <a:latin typeface="Times New Roman"/>
                <a:cs typeface="Times New Roman"/>
              </a:rPr>
              <a:t>x</a:t>
            </a:r>
            <a:r>
              <a:rPr sz="2900" i="1" dirty="0">
                <a:latin typeface="Times New Roman"/>
                <a:cs typeface="Times New Roman"/>
              </a:rPr>
              <a:t>	</a:t>
            </a:r>
            <a:r>
              <a:rPr sz="2900" i="1" spc="50" dirty="0">
                <a:latin typeface="Times New Roman"/>
                <a:cs typeface="Times New Roman"/>
              </a:rPr>
              <a:t>,</a:t>
            </a:r>
            <a:r>
              <a:rPr sz="2900" i="1" spc="-434" dirty="0">
                <a:latin typeface="Times New Roman"/>
                <a:cs typeface="Times New Roman"/>
              </a:rPr>
              <a:t> </a:t>
            </a:r>
            <a:r>
              <a:rPr sz="2900" i="1" spc="40" dirty="0">
                <a:latin typeface="Times New Roman"/>
                <a:cs typeface="Times New Roman"/>
              </a:rPr>
              <a:t>x</a:t>
            </a:r>
            <a:r>
              <a:rPr sz="2900" i="1" dirty="0">
                <a:latin typeface="Times New Roman"/>
                <a:cs typeface="Times New Roman"/>
              </a:rPr>
              <a:t>	</a:t>
            </a:r>
            <a:r>
              <a:rPr sz="2900" i="1" spc="100" dirty="0">
                <a:latin typeface="Times New Roman"/>
                <a:cs typeface="Times New Roman"/>
              </a:rPr>
              <a:t>,...,x</a:t>
            </a:r>
            <a:r>
              <a:rPr sz="2900" i="1" spc="245" dirty="0">
                <a:latin typeface="Times New Roman"/>
                <a:cs typeface="Times New Roman"/>
              </a:rPr>
              <a:t> </a:t>
            </a:r>
            <a:r>
              <a:rPr sz="3950" spc="-660" dirty="0">
                <a:latin typeface="Symbol"/>
                <a:cs typeface="Symbol"/>
              </a:rPr>
              <a:t></a:t>
            </a:r>
            <a:endParaRPr sz="3950">
              <a:latin typeface="Symbol"/>
              <a:cs typeface="Symbo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201576" y="4601063"/>
            <a:ext cx="0" cy="498475"/>
          </a:xfrm>
          <a:custGeom>
            <a:avLst/>
            <a:gdLst/>
            <a:ahLst/>
            <a:cxnLst/>
            <a:rect l="l" t="t" r="r" b="b"/>
            <a:pathLst>
              <a:path h="498475">
                <a:moveTo>
                  <a:pt x="0" y="0"/>
                </a:moveTo>
                <a:lnTo>
                  <a:pt x="0" y="498238"/>
                </a:lnTo>
              </a:path>
            </a:pathLst>
          </a:custGeom>
          <a:ln w="242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035917" y="4482551"/>
            <a:ext cx="3752215" cy="5765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1750060" algn="l"/>
                <a:tab pos="3251835" algn="l"/>
              </a:tabLst>
            </a:pPr>
            <a:r>
              <a:rPr sz="3250" i="1" u="sng" spc="5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</a:t>
            </a:r>
            <a:r>
              <a:rPr sz="3250" i="1" spc="215" dirty="0">
                <a:latin typeface="Times New Roman"/>
                <a:cs typeface="Times New Roman"/>
              </a:rPr>
              <a:t> </a:t>
            </a:r>
            <a:r>
              <a:rPr sz="3250" spc="1250" dirty="0">
                <a:latin typeface="Symbol"/>
                <a:cs typeface="Symbol"/>
              </a:rPr>
              <a:t></a:t>
            </a:r>
            <a:r>
              <a:rPr sz="3250" spc="-210" dirty="0">
                <a:latin typeface="Times New Roman"/>
                <a:cs typeface="Times New Roman"/>
              </a:rPr>
              <a:t> </a:t>
            </a:r>
            <a:r>
              <a:rPr sz="3600" spc="475" dirty="0">
                <a:latin typeface="Symbol"/>
                <a:cs typeface="Symbol"/>
              </a:rPr>
              <a:t></a:t>
            </a:r>
            <a:r>
              <a:rPr sz="2850" i="1" spc="712" baseline="-23391" dirty="0">
                <a:latin typeface="Times New Roman"/>
                <a:cs typeface="Times New Roman"/>
              </a:rPr>
              <a:t>i</a:t>
            </a:r>
            <a:r>
              <a:rPr sz="2850" i="1" baseline="-23391" dirty="0">
                <a:latin typeface="Times New Roman"/>
                <a:cs typeface="Times New Roman"/>
              </a:rPr>
              <a:t>	</a:t>
            </a:r>
            <a:r>
              <a:rPr sz="3250" spc="360" dirty="0">
                <a:latin typeface="Times New Roman"/>
                <a:cs typeface="Times New Roman"/>
              </a:rPr>
              <a:t>:</a:t>
            </a:r>
            <a:r>
              <a:rPr sz="3250" spc="35" dirty="0">
                <a:latin typeface="Times New Roman"/>
                <a:cs typeface="Times New Roman"/>
              </a:rPr>
              <a:t> </a:t>
            </a:r>
            <a:r>
              <a:rPr sz="3250" i="1" spc="495" dirty="0">
                <a:latin typeface="Times New Roman"/>
                <a:cs typeface="Times New Roman"/>
              </a:rPr>
              <a:t>P</a:t>
            </a:r>
            <a:r>
              <a:rPr sz="3250" spc="495" dirty="0">
                <a:latin typeface="Times New Roman"/>
                <a:cs typeface="Times New Roman"/>
              </a:rPr>
              <a:t>(</a:t>
            </a:r>
            <a:r>
              <a:rPr sz="3600" spc="495" dirty="0">
                <a:latin typeface="Symbol"/>
                <a:cs typeface="Symbol"/>
              </a:rPr>
              <a:t></a:t>
            </a:r>
            <a:r>
              <a:rPr sz="2850" i="1" spc="742" baseline="-23391" dirty="0">
                <a:latin typeface="Times New Roman"/>
                <a:cs typeface="Times New Roman"/>
              </a:rPr>
              <a:t>i</a:t>
            </a:r>
            <a:r>
              <a:rPr sz="2850" i="1" baseline="-23391" dirty="0">
                <a:latin typeface="Times New Roman"/>
                <a:cs typeface="Times New Roman"/>
              </a:rPr>
              <a:t>	</a:t>
            </a:r>
            <a:r>
              <a:rPr sz="3250" i="1" u="sng" spc="5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</a:t>
            </a:r>
            <a:r>
              <a:rPr sz="3250" spc="520" dirty="0">
                <a:latin typeface="Times New Roman"/>
                <a:cs typeface="Times New Roman"/>
              </a:rPr>
              <a:t>)</a:t>
            </a:r>
            <a:endParaRPr sz="3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Bayesian</a:t>
            </a:r>
            <a:r>
              <a:rPr spc="-150" dirty="0"/>
              <a:t> </a:t>
            </a:r>
            <a:r>
              <a:rPr spc="-10" dirty="0"/>
              <a:t>Classifier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0980" y="1717928"/>
            <a:ext cx="5157470" cy="1040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ahoma"/>
                <a:cs typeface="Tahoma"/>
              </a:rPr>
              <a:t>Principle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050"/>
              </a:lnSpc>
              <a:spcBef>
                <a:spcPts val="1725"/>
              </a:spcBef>
            </a:pPr>
            <a:r>
              <a:rPr sz="1800" dirty="0">
                <a:latin typeface="Tahoma"/>
                <a:cs typeface="Tahoma"/>
              </a:rPr>
              <a:t>If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it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walks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like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duck,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quacks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like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duck,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then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it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is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050"/>
              </a:lnSpc>
            </a:pPr>
            <a:r>
              <a:rPr sz="1800" dirty="0">
                <a:solidFill>
                  <a:srgbClr val="2E5496"/>
                </a:solidFill>
                <a:latin typeface="Tahoma"/>
                <a:cs typeface="Tahoma"/>
              </a:rPr>
              <a:t>probably</a:t>
            </a:r>
            <a:r>
              <a:rPr sz="1800" spc="-40" dirty="0">
                <a:solidFill>
                  <a:srgbClr val="2E5496"/>
                </a:solidFill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duck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2103" y="2604514"/>
            <a:ext cx="8247998" cy="36961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Bayesian</a:t>
            </a:r>
            <a:r>
              <a:rPr spc="-150" dirty="0"/>
              <a:t> </a:t>
            </a:r>
            <a:r>
              <a:rPr spc="-10" dirty="0"/>
              <a:t>Classifier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0980" y="1717928"/>
            <a:ext cx="8519160" cy="3290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ts val="2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A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statistical</a:t>
            </a:r>
            <a:r>
              <a:rPr sz="1800" spc="-10" dirty="0">
                <a:latin typeface="Tahoma"/>
                <a:cs typeface="Tahoma"/>
              </a:rPr>
              <a:t> classifier</a:t>
            </a:r>
            <a:endParaRPr sz="1800" dirty="0">
              <a:latin typeface="Tahoma"/>
              <a:cs typeface="Tahoma"/>
            </a:endParaRPr>
          </a:p>
          <a:p>
            <a:pPr marL="756285" lvl="1" indent="-287020">
              <a:lnSpc>
                <a:spcPts val="2120"/>
              </a:lnSpc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Tahoma"/>
                <a:cs typeface="Tahoma"/>
              </a:rPr>
              <a:t>Performs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900" spc="-45" dirty="0">
                <a:solidFill>
                  <a:srgbClr val="0A5ED6"/>
                </a:solidFill>
                <a:latin typeface="Tahoma"/>
                <a:cs typeface="Tahoma"/>
              </a:rPr>
              <a:t>probabilistic</a:t>
            </a:r>
            <a:r>
              <a:rPr sz="1900" spc="-70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900" spc="-50" dirty="0">
                <a:solidFill>
                  <a:srgbClr val="0A5ED6"/>
                </a:solidFill>
                <a:latin typeface="Tahoma"/>
                <a:cs typeface="Tahoma"/>
              </a:rPr>
              <a:t>prediction</a:t>
            </a:r>
            <a:r>
              <a:rPr sz="1900" spc="-50" dirty="0">
                <a:latin typeface="Tahoma"/>
                <a:cs typeface="Tahoma"/>
              </a:rPr>
              <a:t>,</a:t>
            </a:r>
            <a:r>
              <a:rPr sz="1900" spc="-90" dirty="0">
                <a:latin typeface="Tahoma"/>
                <a:cs typeface="Tahoma"/>
              </a:rPr>
              <a:t> </a:t>
            </a:r>
            <a:r>
              <a:rPr sz="1900" spc="-45" dirty="0">
                <a:latin typeface="Tahoma"/>
                <a:cs typeface="Tahoma"/>
              </a:rPr>
              <a:t>i.e.,</a:t>
            </a:r>
            <a:r>
              <a:rPr sz="1900" spc="-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predicts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class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membership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probabilities</a:t>
            </a:r>
            <a:endParaRPr sz="1800" dirty="0">
              <a:latin typeface="Tahoma"/>
              <a:cs typeface="Tahoma"/>
            </a:endParaRPr>
          </a:p>
          <a:p>
            <a:pPr marL="299085" indent="-286385">
              <a:lnSpc>
                <a:spcPts val="2055"/>
              </a:lnSpc>
              <a:spcBef>
                <a:spcPts val="170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Tahoma"/>
                <a:cs typeface="Tahoma"/>
              </a:rPr>
              <a:t>Foundation</a:t>
            </a:r>
            <a:endParaRPr sz="1800" dirty="0">
              <a:latin typeface="Tahoma"/>
              <a:cs typeface="Tahoma"/>
            </a:endParaRPr>
          </a:p>
          <a:p>
            <a:pPr marL="756285" lvl="1" indent="-287020">
              <a:lnSpc>
                <a:spcPts val="2055"/>
              </a:lnSpc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Tahoma"/>
                <a:cs typeface="Tahoma"/>
              </a:rPr>
              <a:t>Based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on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Bayes’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Theorem.</a:t>
            </a:r>
            <a:endParaRPr sz="1800" dirty="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Tahoma"/>
                <a:cs typeface="Tahoma"/>
              </a:rPr>
              <a:t>Assumptions</a:t>
            </a:r>
            <a:endParaRPr sz="1800" dirty="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Tahoma"/>
                <a:cs typeface="Tahoma"/>
              </a:rPr>
              <a:t>The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classes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mutually</a:t>
            </a:r>
            <a:r>
              <a:rPr sz="1800" spc="-30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exclusive</a:t>
            </a:r>
            <a:r>
              <a:rPr sz="1800" spc="-45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and</a:t>
            </a:r>
            <a:r>
              <a:rPr sz="1800" spc="-35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0A5ED6"/>
                </a:solidFill>
                <a:latin typeface="Tahoma"/>
                <a:cs typeface="Tahoma"/>
              </a:rPr>
              <a:t>exhaustive</a:t>
            </a:r>
            <a:r>
              <a:rPr sz="1800" spc="-10" dirty="0">
                <a:latin typeface="Tahoma"/>
                <a:cs typeface="Tahoma"/>
              </a:rPr>
              <a:t>.</a:t>
            </a:r>
            <a:endParaRPr sz="1800" dirty="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Tahoma"/>
                <a:cs typeface="Tahoma"/>
              </a:rPr>
              <a:t>The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attributes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independent</a:t>
            </a:r>
            <a:r>
              <a:rPr sz="1800" spc="-35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given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class.</a:t>
            </a:r>
            <a:endParaRPr sz="1800" dirty="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Called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“Naïve”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classifier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because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these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assumptions</a:t>
            </a:r>
            <a:endParaRPr sz="1800" dirty="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Tahoma"/>
                <a:cs typeface="Tahoma"/>
              </a:rPr>
              <a:t>Empirically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proven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useful.</a:t>
            </a:r>
            <a:endParaRPr sz="1800" dirty="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•"/>
              <a:tabLst>
                <a:tab pos="756285" algn="l"/>
                <a:tab pos="1525270" algn="l"/>
              </a:tabLst>
            </a:pPr>
            <a:r>
              <a:rPr sz="1800" spc="-10" dirty="0">
                <a:latin typeface="Tahoma"/>
                <a:cs typeface="Tahoma"/>
              </a:rPr>
              <a:t>Scales</a:t>
            </a:r>
            <a:r>
              <a:rPr sz="1800" dirty="0">
                <a:latin typeface="Tahoma"/>
                <a:cs typeface="Tahoma"/>
              </a:rPr>
              <a:t>	very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well.</a:t>
            </a:r>
            <a:endParaRPr sz="1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Mutually</a:t>
            </a:r>
            <a:r>
              <a:rPr spc="-110" dirty="0"/>
              <a:t> </a:t>
            </a:r>
            <a:r>
              <a:rPr dirty="0"/>
              <a:t>Exclusive</a:t>
            </a:r>
            <a:r>
              <a:rPr spc="-90" dirty="0"/>
              <a:t> </a:t>
            </a:r>
            <a:r>
              <a:rPr dirty="0"/>
              <a:t>and</a:t>
            </a:r>
            <a:r>
              <a:rPr spc="-95" dirty="0"/>
              <a:t> </a:t>
            </a:r>
            <a:r>
              <a:rPr dirty="0"/>
              <a:t>Exhaustive</a:t>
            </a:r>
            <a:r>
              <a:rPr spc="-85" dirty="0"/>
              <a:t> </a:t>
            </a:r>
            <a:r>
              <a:rPr spc="-10" dirty="0"/>
              <a:t>events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0980" y="1717928"/>
            <a:ext cx="5131435" cy="1287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Mutually</a:t>
            </a:r>
            <a:r>
              <a:rPr sz="1800" b="1" spc="-15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exclusive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050"/>
              </a:lnSpc>
              <a:spcBef>
                <a:spcPts val="1725"/>
              </a:spcBef>
            </a:pPr>
            <a:r>
              <a:rPr sz="1800" dirty="0">
                <a:latin typeface="Tahoma"/>
                <a:cs typeface="Tahoma"/>
              </a:rPr>
              <a:t>Events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they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do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not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have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any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outcomes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common</a:t>
            </a: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ts val="1945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Tahoma"/>
                <a:cs typeface="Tahoma"/>
              </a:rPr>
              <a:t>Disjoint</a:t>
            </a: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ts val="2055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Tahoma"/>
                <a:cs typeface="Tahoma"/>
              </a:rPr>
              <a:t>P(A∩B)=0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21994" y="3693921"/>
            <a:ext cx="1867535" cy="1824989"/>
            <a:chOff x="1221994" y="3693921"/>
            <a:chExt cx="1867535" cy="1824989"/>
          </a:xfrm>
        </p:grpSpPr>
        <p:sp>
          <p:nvSpPr>
            <p:cNvPr id="5" name="object 5"/>
            <p:cNvSpPr/>
            <p:nvPr/>
          </p:nvSpPr>
          <p:spPr>
            <a:xfrm>
              <a:off x="1228344" y="3700271"/>
              <a:ext cx="1854835" cy="1812289"/>
            </a:xfrm>
            <a:custGeom>
              <a:avLst/>
              <a:gdLst/>
              <a:ahLst/>
              <a:cxnLst/>
              <a:rect l="l" t="t" r="r" b="b"/>
              <a:pathLst>
                <a:path w="1854835" h="1812289">
                  <a:moveTo>
                    <a:pt x="0" y="906017"/>
                  </a:moveTo>
                  <a:lnTo>
                    <a:pt x="1285" y="857900"/>
                  </a:lnTo>
                  <a:lnTo>
                    <a:pt x="5098" y="810436"/>
                  </a:lnTo>
                  <a:lnTo>
                    <a:pt x="11375" y="763690"/>
                  </a:lnTo>
                  <a:lnTo>
                    <a:pt x="20053" y="717722"/>
                  </a:lnTo>
                  <a:lnTo>
                    <a:pt x="31065" y="672597"/>
                  </a:lnTo>
                  <a:lnTo>
                    <a:pt x="44350" y="628376"/>
                  </a:lnTo>
                  <a:lnTo>
                    <a:pt x="59842" y="585122"/>
                  </a:lnTo>
                  <a:lnTo>
                    <a:pt x="77478" y="542898"/>
                  </a:lnTo>
                  <a:lnTo>
                    <a:pt x="97193" y="501767"/>
                  </a:lnTo>
                  <a:lnTo>
                    <a:pt x="118924" y="461791"/>
                  </a:lnTo>
                  <a:lnTo>
                    <a:pt x="142606" y="423032"/>
                  </a:lnTo>
                  <a:lnTo>
                    <a:pt x="168175" y="385554"/>
                  </a:lnTo>
                  <a:lnTo>
                    <a:pt x="195568" y="349418"/>
                  </a:lnTo>
                  <a:lnTo>
                    <a:pt x="224719" y="314689"/>
                  </a:lnTo>
                  <a:lnTo>
                    <a:pt x="255566" y="281427"/>
                  </a:lnTo>
                  <a:lnTo>
                    <a:pt x="288044" y="249696"/>
                  </a:lnTo>
                  <a:lnTo>
                    <a:pt x="322088" y="219558"/>
                  </a:lnTo>
                  <a:lnTo>
                    <a:pt x="357635" y="191076"/>
                  </a:lnTo>
                  <a:lnTo>
                    <a:pt x="394621" y="164313"/>
                  </a:lnTo>
                  <a:lnTo>
                    <a:pt x="432982" y="139332"/>
                  </a:lnTo>
                  <a:lnTo>
                    <a:pt x="472653" y="116194"/>
                  </a:lnTo>
                  <a:lnTo>
                    <a:pt x="513571" y="94962"/>
                  </a:lnTo>
                  <a:lnTo>
                    <a:pt x="555672" y="75699"/>
                  </a:lnTo>
                  <a:lnTo>
                    <a:pt x="598890" y="58469"/>
                  </a:lnTo>
                  <a:lnTo>
                    <a:pt x="643163" y="43332"/>
                  </a:lnTo>
                  <a:lnTo>
                    <a:pt x="688426" y="30353"/>
                  </a:lnTo>
                  <a:lnTo>
                    <a:pt x="734616" y="19592"/>
                  </a:lnTo>
                  <a:lnTo>
                    <a:pt x="781667" y="11114"/>
                  </a:lnTo>
                  <a:lnTo>
                    <a:pt x="829517" y="4981"/>
                  </a:lnTo>
                  <a:lnTo>
                    <a:pt x="878100" y="1255"/>
                  </a:lnTo>
                  <a:lnTo>
                    <a:pt x="927354" y="0"/>
                  </a:lnTo>
                  <a:lnTo>
                    <a:pt x="976607" y="1255"/>
                  </a:lnTo>
                  <a:lnTo>
                    <a:pt x="1025190" y="4981"/>
                  </a:lnTo>
                  <a:lnTo>
                    <a:pt x="1073040" y="11114"/>
                  </a:lnTo>
                  <a:lnTo>
                    <a:pt x="1120091" y="19592"/>
                  </a:lnTo>
                  <a:lnTo>
                    <a:pt x="1166281" y="30353"/>
                  </a:lnTo>
                  <a:lnTo>
                    <a:pt x="1211544" y="43332"/>
                  </a:lnTo>
                  <a:lnTo>
                    <a:pt x="1255817" y="58469"/>
                  </a:lnTo>
                  <a:lnTo>
                    <a:pt x="1299035" y="75699"/>
                  </a:lnTo>
                  <a:lnTo>
                    <a:pt x="1341136" y="94962"/>
                  </a:lnTo>
                  <a:lnTo>
                    <a:pt x="1382054" y="116194"/>
                  </a:lnTo>
                  <a:lnTo>
                    <a:pt x="1421725" y="139332"/>
                  </a:lnTo>
                  <a:lnTo>
                    <a:pt x="1460086" y="164313"/>
                  </a:lnTo>
                  <a:lnTo>
                    <a:pt x="1497072" y="191076"/>
                  </a:lnTo>
                  <a:lnTo>
                    <a:pt x="1532619" y="219558"/>
                  </a:lnTo>
                  <a:lnTo>
                    <a:pt x="1566663" y="249696"/>
                  </a:lnTo>
                  <a:lnTo>
                    <a:pt x="1599141" y="281427"/>
                  </a:lnTo>
                  <a:lnTo>
                    <a:pt x="1629988" y="314689"/>
                  </a:lnTo>
                  <a:lnTo>
                    <a:pt x="1659139" y="349418"/>
                  </a:lnTo>
                  <a:lnTo>
                    <a:pt x="1686532" y="385554"/>
                  </a:lnTo>
                  <a:lnTo>
                    <a:pt x="1712101" y="423032"/>
                  </a:lnTo>
                  <a:lnTo>
                    <a:pt x="1735783" y="461791"/>
                  </a:lnTo>
                  <a:lnTo>
                    <a:pt x="1757514" y="501767"/>
                  </a:lnTo>
                  <a:lnTo>
                    <a:pt x="1777229" y="542898"/>
                  </a:lnTo>
                  <a:lnTo>
                    <a:pt x="1794865" y="585122"/>
                  </a:lnTo>
                  <a:lnTo>
                    <a:pt x="1810357" y="628376"/>
                  </a:lnTo>
                  <a:lnTo>
                    <a:pt x="1823642" y="672597"/>
                  </a:lnTo>
                  <a:lnTo>
                    <a:pt x="1834654" y="717722"/>
                  </a:lnTo>
                  <a:lnTo>
                    <a:pt x="1843332" y="763690"/>
                  </a:lnTo>
                  <a:lnTo>
                    <a:pt x="1849609" y="810436"/>
                  </a:lnTo>
                  <a:lnTo>
                    <a:pt x="1853422" y="857900"/>
                  </a:lnTo>
                  <a:lnTo>
                    <a:pt x="1854708" y="906017"/>
                  </a:lnTo>
                  <a:lnTo>
                    <a:pt x="1853422" y="954135"/>
                  </a:lnTo>
                  <a:lnTo>
                    <a:pt x="1849609" y="1001599"/>
                  </a:lnTo>
                  <a:lnTo>
                    <a:pt x="1843332" y="1048345"/>
                  </a:lnTo>
                  <a:lnTo>
                    <a:pt x="1834654" y="1094313"/>
                  </a:lnTo>
                  <a:lnTo>
                    <a:pt x="1823642" y="1139438"/>
                  </a:lnTo>
                  <a:lnTo>
                    <a:pt x="1810357" y="1183659"/>
                  </a:lnTo>
                  <a:lnTo>
                    <a:pt x="1794865" y="1226913"/>
                  </a:lnTo>
                  <a:lnTo>
                    <a:pt x="1777229" y="1269137"/>
                  </a:lnTo>
                  <a:lnTo>
                    <a:pt x="1757514" y="1310268"/>
                  </a:lnTo>
                  <a:lnTo>
                    <a:pt x="1735783" y="1350244"/>
                  </a:lnTo>
                  <a:lnTo>
                    <a:pt x="1712101" y="1389003"/>
                  </a:lnTo>
                  <a:lnTo>
                    <a:pt x="1686532" y="1426481"/>
                  </a:lnTo>
                  <a:lnTo>
                    <a:pt x="1659139" y="1462617"/>
                  </a:lnTo>
                  <a:lnTo>
                    <a:pt x="1629988" y="1497346"/>
                  </a:lnTo>
                  <a:lnTo>
                    <a:pt x="1599141" y="1530608"/>
                  </a:lnTo>
                  <a:lnTo>
                    <a:pt x="1566663" y="1562339"/>
                  </a:lnTo>
                  <a:lnTo>
                    <a:pt x="1532619" y="1592477"/>
                  </a:lnTo>
                  <a:lnTo>
                    <a:pt x="1497072" y="1620959"/>
                  </a:lnTo>
                  <a:lnTo>
                    <a:pt x="1460086" y="1647722"/>
                  </a:lnTo>
                  <a:lnTo>
                    <a:pt x="1421725" y="1672703"/>
                  </a:lnTo>
                  <a:lnTo>
                    <a:pt x="1382054" y="1695841"/>
                  </a:lnTo>
                  <a:lnTo>
                    <a:pt x="1341136" y="1717073"/>
                  </a:lnTo>
                  <a:lnTo>
                    <a:pt x="1299035" y="1736336"/>
                  </a:lnTo>
                  <a:lnTo>
                    <a:pt x="1255817" y="1753566"/>
                  </a:lnTo>
                  <a:lnTo>
                    <a:pt x="1211544" y="1768703"/>
                  </a:lnTo>
                  <a:lnTo>
                    <a:pt x="1166281" y="1781682"/>
                  </a:lnTo>
                  <a:lnTo>
                    <a:pt x="1120091" y="1792443"/>
                  </a:lnTo>
                  <a:lnTo>
                    <a:pt x="1073040" y="1800921"/>
                  </a:lnTo>
                  <a:lnTo>
                    <a:pt x="1025190" y="1807054"/>
                  </a:lnTo>
                  <a:lnTo>
                    <a:pt x="976607" y="1810780"/>
                  </a:lnTo>
                  <a:lnTo>
                    <a:pt x="927354" y="1812036"/>
                  </a:lnTo>
                  <a:lnTo>
                    <a:pt x="878100" y="1810780"/>
                  </a:lnTo>
                  <a:lnTo>
                    <a:pt x="829517" y="1807054"/>
                  </a:lnTo>
                  <a:lnTo>
                    <a:pt x="781667" y="1800921"/>
                  </a:lnTo>
                  <a:lnTo>
                    <a:pt x="734616" y="1792443"/>
                  </a:lnTo>
                  <a:lnTo>
                    <a:pt x="688426" y="1781682"/>
                  </a:lnTo>
                  <a:lnTo>
                    <a:pt x="643163" y="1768703"/>
                  </a:lnTo>
                  <a:lnTo>
                    <a:pt x="598890" y="1753566"/>
                  </a:lnTo>
                  <a:lnTo>
                    <a:pt x="555672" y="1736336"/>
                  </a:lnTo>
                  <a:lnTo>
                    <a:pt x="513571" y="1717073"/>
                  </a:lnTo>
                  <a:lnTo>
                    <a:pt x="472653" y="1695841"/>
                  </a:lnTo>
                  <a:lnTo>
                    <a:pt x="432982" y="1672703"/>
                  </a:lnTo>
                  <a:lnTo>
                    <a:pt x="394621" y="1647722"/>
                  </a:lnTo>
                  <a:lnTo>
                    <a:pt x="357635" y="1620959"/>
                  </a:lnTo>
                  <a:lnTo>
                    <a:pt x="322088" y="1592477"/>
                  </a:lnTo>
                  <a:lnTo>
                    <a:pt x="288044" y="1562339"/>
                  </a:lnTo>
                  <a:lnTo>
                    <a:pt x="255566" y="1530608"/>
                  </a:lnTo>
                  <a:lnTo>
                    <a:pt x="224719" y="1497346"/>
                  </a:lnTo>
                  <a:lnTo>
                    <a:pt x="195568" y="1462617"/>
                  </a:lnTo>
                  <a:lnTo>
                    <a:pt x="168175" y="1426481"/>
                  </a:lnTo>
                  <a:lnTo>
                    <a:pt x="142606" y="1389003"/>
                  </a:lnTo>
                  <a:lnTo>
                    <a:pt x="118924" y="1350244"/>
                  </a:lnTo>
                  <a:lnTo>
                    <a:pt x="97193" y="1310268"/>
                  </a:lnTo>
                  <a:lnTo>
                    <a:pt x="77478" y="1269137"/>
                  </a:lnTo>
                  <a:lnTo>
                    <a:pt x="59842" y="1226913"/>
                  </a:lnTo>
                  <a:lnTo>
                    <a:pt x="44350" y="1183659"/>
                  </a:lnTo>
                  <a:lnTo>
                    <a:pt x="31065" y="1139438"/>
                  </a:lnTo>
                  <a:lnTo>
                    <a:pt x="20053" y="1094313"/>
                  </a:lnTo>
                  <a:lnTo>
                    <a:pt x="11375" y="1048345"/>
                  </a:lnTo>
                  <a:lnTo>
                    <a:pt x="5098" y="1001599"/>
                  </a:lnTo>
                  <a:lnTo>
                    <a:pt x="1285" y="954135"/>
                  </a:lnTo>
                  <a:lnTo>
                    <a:pt x="0" y="906017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45945" y="4123689"/>
              <a:ext cx="614045" cy="946150"/>
            </a:xfrm>
            <a:custGeom>
              <a:avLst/>
              <a:gdLst/>
              <a:ahLst/>
              <a:cxnLst/>
              <a:rect l="l" t="t" r="r" b="b"/>
              <a:pathLst>
                <a:path w="614044" h="946150">
                  <a:moveTo>
                    <a:pt x="65328" y="697230"/>
                  </a:moveTo>
                  <a:lnTo>
                    <a:pt x="47244" y="697230"/>
                  </a:lnTo>
                  <a:lnTo>
                    <a:pt x="46951" y="697230"/>
                  </a:lnTo>
                  <a:lnTo>
                    <a:pt x="44958" y="701040"/>
                  </a:lnTo>
                  <a:lnTo>
                    <a:pt x="38862" y="715010"/>
                  </a:lnTo>
                  <a:lnTo>
                    <a:pt x="39116" y="713740"/>
                  </a:lnTo>
                  <a:lnTo>
                    <a:pt x="35941" y="720090"/>
                  </a:lnTo>
                  <a:lnTo>
                    <a:pt x="32639" y="725170"/>
                  </a:lnTo>
                  <a:lnTo>
                    <a:pt x="33020" y="725170"/>
                  </a:lnTo>
                  <a:lnTo>
                    <a:pt x="29464" y="730250"/>
                  </a:lnTo>
                  <a:lnTo>
                    <a:pt x="27940" y="732790"/>
                  </a:lnTo>
                  <a:lnTo>
                    <a:pt x="27051" y="734060"/>
                  </a:lnTo>
                  <a:lnTo>
                    <a:pt x="27762" y="732929"/>
                  </a:lnTo>
                  <a:lnTo>
                    <a:pt x="24803" y="735330"/>
                  </a:lnTo>
                  <a:lnTo>
                    <a:pt x="23622" y="736600"/>
                  </a:lnTo>
                  <a:lnTo>
                    <a:pt x="23368" y="736600"/>
                  </a:lnTo>
                  <a:lnTo>
                    <a:pt x="21082" y="737870"/>
                  </a:lnTo>
                  <a:lnTo>
                    <a:pt x="20828" y="737870"/>
                  </a:lnTo>
                  <a:lnTo>
                    <a:pt x="20066" y="739038"/>
                  </a:lnTo>
                  <a:lnTo>
                    <a:pt x="19926" y="739203"/>
                  </a:lnTo>
                  <a:lnTo>
                    <a:pt x="22352" y="737870"/>
                  </a:lnTo>
                  <a:lnTo>
                    <a:pt x="19989" y="739203"/>
                  </a:lnTo>
                  <a:lnTo>
                    <a:pt x="19735" y="739203"/>
                  </a:lnTo>
                  <a:lnTo>
                    <a:pt x="18592" y="739203"/>
                  </a:lnTo>
                  <a:lnTo>
                    <a:pt x="16891" y="740410"/>
                  </a:lnTo>
                  <a:lnTo>
                    <a:pt x="16129" y="740410"/>
                  </a:lnTo>
                  <a:lnTo>
                    <a:pt x="13335" y="741680"/>
                  </a:lnTo>
                  <a:lnTo>
                    <a:pt x="8636" y="741680"/>
                  </a:lnTo>
                  <a:lnTo>
                    <a:pt x="4191" y="742950"/>
                  </a:lnTo>
                  <a:lnTo>
                    <a:pt x="1778" y="745490"/>
                  </a:lnTo>
                  <a:lnTo>
                    <a:pt x="889" y="748030"/>
                  </a:lnTo>
                  <a:lnTo>
                    <a:pt x="0" y="751840"/>
                  </a:lnTo>
                  <a:lnTo>
                    <a:pt x="889" y="754380"/>
                  </a:lnTo>
                  <a:lnTo>
                    <a:pt x="5207" y="759460"/>
                  </a:lnTo>
                  <a:lnTo>
                    <a:pt x="14224" y="759460"/>
                  </a:lnTo>
                  <a:lnTo>
                    <a:pt x="15621" y="758190"/>
                  </a:lnTo>
                  <a:lnTo>
                    <a:pt x="17018" y="758190"/>
                  </a:lnTo>
                  <a:lnTo>
                    <a:pt x="20320" y="756920"/>
                  </a:lnTo>
                  <a:lnTo>
                    <a:pt x="22098" y="756920"/>
                  </a:lnTo>
                  <a:lnTo>
                    <a:pt x="22860" y="756920"/>
                  </a:lnTo>
                  <a:lnTo>
                    <a:pt x="24638" y="755650"/>
                  </a:lnTo>
                  <a:lnTo>
                    <a:pt x="23787" y="756081"/>
                  </a:lnTo>
                  <a:lnTo>
                    <a:pt x="24257" y="755650"/>
                  </a:lnTo>
                  <a:lnTo>
                    <a:pt x="24638" y="755650"/>
                  </a:lnTo>
                  <a:lnTo>
                    <a:pt x="26035" y="755650"/>
                  </a:lnTo>
                  <a:lnTo>
                    <a:pt x="27559" y="754380"/>
                  </a:lnTo>
                  <a:lnTo>
                    <a:pt x="28448" y="754380"/>
                  </a:lnTo>
                  <a:lnTo>
                    <a:pt x="29591" y="753110"/>
                  </a:lnTo>
                  <a:lnTo>
                    <a:pt x="28575" y="754380"/>
                  </a:lnTo>
                  <a:lnTo>
                    <a:pt x="30099" y="753110"/>
                  </a:lnTo>
                  <a:lnTo>
                    <a:pt x="32258" y="751840"/>
                  </a:lnTo>
                  <a:lnTo>
                    <a:pt x="32512" y="751840"/>
                  </a:lnTo>
                  <a:lnTo>
                    <a:pt x="33655" y="750570"/>
                  </a:lnTo>
                  <a:lnTo>
                    <a:pt x="34798" y="749300"/>
                  </a:lnTo>
                  <a:lnTo>
                    <a:pt x="35687" y="749300"/>
                  </a:lnTo>
                  <a:lnTo>
                    <a:pt x="36957" y="748030"/>
                  </a:lnTo>
                  <a:lnTo>
                    <a:pt x="40259" y="744220"/>
                  </a:lnTo>
                  <a:lnTo>
                    <a:pt x="41148" y="742950"/>
                  </a:lnTo>
                  <a:lnTo>
                    <a:pt x="43688" y="740410"/>
                  </a:lnTo>
                  <a:lnTo>
                    <a:pt x="43815" y="740410"/>
                  </a:lnTo>
                  <a:lnTo>
                    <a:pt x="45948" y="736600"/>
                  </a:lnTo>
                  <a:lnTo>
                    <a:pt x="47371" y="734060"/>
                  </a:lnTo>
                  <a:lnTo>
                    <a:pt x="47752" y="734060"/>
                  </a:lnTo>
                  <a:lnTo>
                    <a:pt x="51054" y="727710"/>
                  </a:lnTo>
                  <a:lnTo>
                    <a:pt x="54229" y="722630"/>
                  </a:lnTo>
                  <a:lnTo>
                    <a:pt x="54610" y="721360"/>
                  </a:lnTo>
                  <a:lnTo>
                    <a:pt x="57594" y="715010"/>
                  </a:lnTo>
                  <a:lnTo>
                    <a:pt x="60579" y="708660"/>
                  </a:lnTo>
                  <a:lnTo>
                    <a:pt x="63119" y="703580"/>
                  </a:lnTo>
                  <a:lnTo>
                    <a:pt x="63500" y="702310"/>
                  </a:lnTo>
                  <a:lnTo>
                    <a:pt x="65328" y="697230"/>
                  </a:lnTo>
                  <a:close/>
                </a:path>
                <a:path w="614044" h="946150">
                  <a:moveTo>
                    <a:pt x="321602" y="11430"/>
                  </a:moveTo>
                  <a:lnTo>
                    <a:pt x="321348" y="11645"/>
                  </a:lnTo>
                  <a:lnTo>
                    <a:pt x="321310" y="12547"/>
                  </a:lnTo>
                  <a:lnTo>
                    <a:pt x="321538" y="11645"/>
                  </a:lnTo>
                  <a:lnTo>
                    <a:pt x="321602" y="11430"/>
                  </a:lnTo>
                  <a:close/>
                </a:path>
                <a:path w="614044" h="946150">
                  <a:moveTo>
                    <a:pt x="322326" y="8890"/>
                  </a:moveTo>
                  <a:lnTo>
                    <a:pt x="321310" y="10160"/>
                  </a:lnTo>
                  <a:lnTo>
                    <a:pt x="321348" y="11645"/>
                  </a:lnTo>
                  <a:lnTo>
                    <a:pt x="321678" y="11137"/>
                  </a:lnTo>
                  <a:lnTo>
                    <a:pt x="321945" y="10160"/>
                  </a:lnTo>
                  <a:lnTo>
                    <a:pt x="322326" y="8890"/>
                  </a:lnTo>
                  <a:close/>
                </a:path>
                <a:path w="614044" h="946150">
                  <a:moveTo>
                    <a:pt x="338480" y="19380"/>
                  </a:moveTo>
                  <a:lnTo>
                    <a:pt x="338328" y="19050"/>
                  </a:lnTo>
                  <a:lnTo>
                    <a:pt x="338074" y="19050"/>
                  </a:lnTo>
                  <a:lnTo>
                    <a:pt x="338480" y="19380"/>
                  </a:lnTo>
                  <a:close/>
                </a:path>
                <a:path w="614044" h="946150">
                  <a:moveTo>
                    <a:pt x="613664" y="942340"/>
                  </a:moveTo>
                  <a:lnTo>
                    <a:pt x="581787" y="815340"/>
                  </a:lnTo>
                  <a:lnTo>
                    <a:pt x="380873" y="95250"/>
                  </a:lnTo>
                  <a:lnTo>
                    <a:pt x="364998" y="40640"/>
                  </a:lnTo>
                  <a:lnTo>
                    <a:pt x="364744" y="39370"/>
                  </a:lnTo>
                  <a:lnTo>
                    <a:pt x="357936" y="21590"/>
                  </a:lnTo>
                  <a:lnTo>
                    <a:pt x="357085" y="19380"/>
                  </a:lnTo>
                  <a:lnTo>
                    <a:pt x="356971" y="19050"/>
                  </a:lnTo>
                  <a:lnTo>
                    <a:pt x="356743" y="19050"/>
                  </a:lnTo>
                  <a:lnTo>
                    <a:pt x="338709" y="19050"/>
                  </a:lnTo>
                  <a:lnTo>
                    <a:pt x="338455" y="19050"/>
                  </a:lnTo>
                  <a:lnTo>
                    <a:pt x="338480" y="19380"/>
                  </a:lnTo>
                  <a:lnTo>
                    <a:pt x="338836" y="20320"/>
                  </a:lnTo>
                  <a:lnTo>
                    <a:pt x="339344" y="21590"/>
                  </a:lnTo>
                  <a:lnTo>
                    <a:pt x="339598" y="21590"/>
                  </a:lnTo>
                  <a:lnTo>
                    <a:pt x="339979" y="22860"/>
                  </a:lnTo>
                  <a:lnTo>
                    <a:pt x="340233" y="24130"/>
                  </a:lnTo>
                  <a:lnTo>
                    <a:pt x="348361" y="45720"/>
                  </a:lnTo>
                  <a:lnTo>
                    <a:pt x="355460" y="70104"/>
                  </a:lnTo>
                  <a:lnTo>
                    <a:pt x="364109" y="100330"/>
                  </a:lnTo>
                  <a:lnTo>
                    <a:pt x="439051" y="367474"/>
                  </a:lnTo>
                  <a:lnTo>
                    <a:pt x="410464" y="372872"/>
                  </a:lnTo>
                  <a:lnTo>
                    <a:pt x="364680" y="384619"/>
                  </a:lnTo>
                  <a:lnTo>
                    <a:pt x="366395" y="384238"/>
                  </a:lnTo>
                  <a:lnTo>
                    <a:pt x="168249" y="428688"/>
                  </a:lnTo>
                  <a:lnTo>
                    <a:pt x="170294" y="428383"/>
                  </a:lnTo>
                  <a:lnTo>
                    <a:pt x="162382" y="429602"/>
                  </a:lnTo>
                  <a:lnTo>
                    <a:pt x="217043" y="290830"/>
                  </a:lnTo>
                  <a:lnTo>
                    <a:pt x="288163" y="111760"/>
                  </a:lnTo>
                  <a:lnTo>
                    <a:pt x="289941" y="106680"/>
                  </a:lnTo>
                  <a:lnTo>
                    <a:pt x="293497" y="96520"/>
                  </a:lnTo>
                  <a:lnTo>
                    <a:pt x="293243" y="97790"/>
                  </a:lnTo>
                  <a:lnTo>
                    <a:pt x="293789" y="96520"/>
                  </a:lnTo>
                  <a:lnTo>
                    <a:pt x="300799" y="80352"/>
                  </a:lnTo>
                  <a:lnTo>
                    <a:pt x="306578" y="68580"/>
                  </a:lnTo>
                  <a:lnTo>
                    <a:pt x="306324" y="68580"/>
                  </a:lnTo>
                  <a:lnTo>
                    <a:pt x="313944" y="54610"/>
                  </a:lnTo>
                  <a:lnTo>
                    <a:pt x="313563" y="55880"/>
                  </a:lnTo>
                  <a:lnTo>
                    <a:pt x="314363" y="54610"/>
                  </a:lnTo>
                  <a:lnTo>
                    <a:pt x="336931" y="19050"/>
                  </a:lnTo>
                  <a:lnTo>
                    <a:pt x="336550" y="19050"/>
                  </a:lnTo>
                  <a:lnTo>
                    <a:pt x="336664" y="17983"/>
                  </a:lnTo>
                  <a:lnTo>
                    <a:pt x="336410" y="18453"/>
                  </a:lnTo>
                  <a:lnTo>
                    <a:pt x="336169" y="19050"/>
                  </a:lnTo>
                  <a:lnTo>
                    <a:pt x="336588" y="17983"/>
                  </a:lnTo>
                  <a:lnTo>
                    <a:pt x="337718" y="17983"/>
                  </a:lnTo>
                  <a:lnTo>
                    <a:pt x="338023" y="18453"/>
                  </a:lnTo>
                  <a:lnTo>
                    <a:pt x="338366" y="18453"/>
                  </a:lnTo>
                  <a:lnTo>
                    <a:pt x="356616" y="18453"/>
                  </a:lnTo>
                  <a:lnTo>
                    <a:pt x="356527" y="17983"/>
                  </a:lnTo>
                  <a:lnTo>
                    <a:pt x="356209" y="15925"/>
                  </a:lnTo>
                  <a:lnTo>
                    <a:pt x="356184" y="15735"/>
                  </a:lnTo>
                  <a:lnTo>
                    <a:pt x="355600" y="13970"/>
                  </a:lnTo>
                  <a:lnTo>
                    <a:pt x="355219" y="13042"/>
                  </a:lnTo>
                  <a:lnTo>
                    <a:pt x="355092" y="12738"/>
                  </a:lnTo>
                  <a:lnTo>
                    <a:pt x="354025" y="11645"/>
                  </a:lnTo>
                  <a:lnTo>
                    <a:pt x="354241" y="12471"/>
                  </a:lnTo>
                  <a:lnTo>
                    <a:pt x="353898" y="11645"/>
                  </a:lnTo>
                  <a:lnTo>
                    <a:pt x="353822" y="11430"/>
                  </a:lnTo>
                  <a:lnTo>
                    <a:pt x="353568" y="11430"/>
                  </a:lnTo>
                  <a:lnTo>
                    <a:pt x="353364" y="11137"/>
                  </a:lnTo>
                  <a:lnTo>
                    <a:pt x="353225" y="11137"/>
                  </a:lnTo>
                  <a:lnTo>
                    <a:pt x="353314" y="11430"/>
                  </a:lnTo>
                  <a:lnTo>
                    <a:pt x="352628" y="10160"/>
                  </a:lnTo>
                  <a:lnTo>
                    <a:pt x="352120" y="9232"/>
                  </a:lnTo>
                  <a:lnTo>
                    <a:pt x="352755" y="10210"/>
                  </a:lnTo>
                  <a:lnTo>
                    <a:pt x="353225" y="11137"/>
                  </a:lnTo>
                  <a:lnTo>
                    <a:pt x="353098" y="10744"/>
                  </a:lnTo>
                  <a:lnTo>
                    <a:pt x="352933" y="10160"/>
                  </a:lnTo>
                  <a:lnTo>
                    <a:pt x="350901" y="6350"/>
                  </a:lnTo>
                  <a:lnTo>
                    <a:pt x="351028" y="7620"/>
                  </a:lnTo>
                  <a:lnTo>
                    <a:pt x="350774" y="6350"/>
                  </a:lnTo>
                  <a:lnTo>
                    <a:pt x="349504" y="5080"/>
                  </a:lnTo>
                  <a:lnTo>
                    <a:pt x="350901" y="6350"/>
                  </a:lnTo>
                  <a:lnTo>
                    <a:pt x="349885" y="5080"/>
                  </a:lnTo>
                  <a:lnTo>
                    <a:pt x="348488" y="3810"/>
                  </a:lnTo>
                  <a:lnTo>
                    <a:pt x="348361" y="3810"/>
                  </a:lnTo>
                  <a:lnTo>
                    <a:pt x="347599" y="3810"/>
                  </a:lnTo>
                  <a:lnTo>
                    <a:pt x="346646" y="2882"/>
                  </a:lnTo>
                  <a:lnTo>
                    <a:pt x="348361" y="3810"/>
                  </a:lnTo>
                  <a:lnTo>
                    <a:pt x="348297" y="3670"/>
                  </a:lnTo>
                  <a:lnTo>
                    <a:pt x="346837" y="2540"/>
                  </a:lnTo>
                  <a:lnTo>
                    <a:pt x="346329" y="2540"/>
                  </a:lnTo>
                  <a:lnTo>
                    <a:pt x="345313" y="1270"/>
                  </a:lnTo>
                  <a:lnTo>
                    <a:pt x="343662" y="1270"/>
                  </a:lnTo>
                  <a:lnTo>
                    <a:pt x="342900" y="0"/>
                  </a:lnTo>
                  <a:lnTo>
                    <a:pt x="340042" y="0"/>
                  </a:lnTo>
                  <a:lnTo>
                    <a:pt x="340042" y="16014"/>
                  </a:lnTo>
                  <a:lnTo>
                    <a:pt x="339293" y="16332"/>
                  </a:lnTo>
                  <a:lnTo>
                    <a:pt x="338607" y="17284"/>
                  </a:lnTo>
                  <a:lnTo>
                    <a:pt x="338505" y="17411"/>
                  </a:lnTo>
                  <a:lnTo>
                    <a:pt x="339242" y="16344"/>
                  </a:lnTo>
                  <a:lnTo>
                    <a:pt x="339369" y="16230"/>
                  </a:lnTo>
                  <a:lnTo>
                    <a:pt x="340042" y="16014"/>
                  </a:lnTo>
                  <a:lnTo>
                    <a:pt x="340042" y="0"/>
                  </a:lnTo>
                  <a:lnTo>
                    <a:pt x="339725" y="0"/>
                  </a:lnTo>
                  <a:lnTo>
                    <a:pt x="339725" y="15735"/>
                  </a:lnTo>
                  <a:lnTo>
                    <a:pt x="339382" y="16205"/>
                  </a:lnTo>
                  <a:lnTo>
                    <a:pt x="339572" y="15925"/>
                  </a:lnTo>
                  <a:lnTo>
                    <a:pt x="338759" y="16395"/>
                  </a:lnTo>
                  <a:lnTo>
                    <a:pt x="338607" y="16459"/>
                  </a:lnTo>
                  <a:lnTo>
                    <a:pt x="338239" y="16700"/>
                  </a:lnTo>
                  <a:lnTo>
                    <a:pt x="338277" y="16560"/>
                  </a:lnTo>
                  <a:lnTo>
                    <a:pt x="338455" y="15938"/>
                  </a:lnTo>
                  <a:lnTo>
                    <a:pt x="338937" y="15735"/>
                  </a:lnTo>
                  <a:lnTo>
                    <a:pt x="339064" y="15735"/>
                  </a:lnTo>
                  <a:lnTo>
                    <a:pt x="338594" y="15925"/>
                  </a:lnTo>
                  <a:lnTo>
                    <a:pt x="339178" y="15925"/>
                  </a:lnTo>
                  <a:lnTo>
                    <a:pt x="339509" y="15925"/>
                  </a:lnTo>
                  <a:lnTo>
                    <a:pt x="339725" y="15735"/>
                  </a:lnTo>
                  <a:lnTo>
                    <a:pt x="339725" y="0"/>
                  </a:lnTo>
                  <a:lnTo>
                    <a:pt x="338696" y="0"/>
                  </a:lnTo>
                  <a:lnTo>
                    <a:pt x="338696" y="12738"/>
                  </a:lnTo>
                  <a:lnTo>
                    <a:pt x="338632" y="13055"/>
                  </a:lnTo>
                  <a:lnTo>
                    <a:pt x="338201" y="13970"/>
                  </a:lnTo>
                  <a:lnTo>
                    <a:pt x="338124" y="14325"/>
                  </a:lnTo>
                  <a:lnTo>
                    <a:pt x="338289" y="13970"/>
                  </a:lnTo>
                  <a:lnTo>
                    <a:pt x="338010" y="14884"/>
                  </a:lnTo>
                  <a:lnTo>
                    <a:pt x="337845" y="15735"/>
                  </a:lnTo>
                  <a:lnTo>
                    <a:pt x="337807" y="15925"/>
                  </a:lnTo>
                  <a:lnTo>
                    <a:pt x="337705" y="16243"/>
                  </a:lnTo>
                  <a:lnTo>
                    <a:pt x="337553" y="16776"/>
                  </a:lnTo>
                  <a:lnTo>
                    <a:pt x="337616" y="16294"/>
                  </a:lnTo>
                  <a:lnTo>
                    <a:pt x="337705" y="15925"/>
                  </a:lnTo>
                  <a:lnTo>
                    <a:pt x="337350" y="16078"/>
                  </a:lnTo>
                  <a:lnTo>
                    <a:pt x="337070" y="16192"/>
                  </a:lnTo>
                  <a:lnTo>
                    <a:pt x="336816" y="15735"/>
                  </a:lnTo>
                  <a:lnTo>
                    <a:pt x="336753" y="15925"/>
                  </a:lnTo>
                  <a:lnTo>
                    <a:pt x="336613" y="15925"/>
                  </a:lnTo>
                  <a:lnTo>
                    <a:pt x="336791" y="16268"/>
                  </a:lnTo>
                  <a:lnTo>
                    <a:pt x="336003" y="15735"/>
                  </a:lnTo>
                  <a:lnTo>
                    <a:pt x="335965" y="15925"/>
                  </a:lnTo>
                  <a:lnTo>
                    <a:pt x="336334" y="16497"/>
                  </a:lnTo>
                  <a:lnTo>
                    <a:pt x="336207" y="16548"/>
                  </a:lnTo>
                  <a:lnTo>
                    <a:pt x="335153" y="15925"/>
                  </a:lnTo>
                  <a:lnTo>
                    <a:pt x="335813" y="15925"/>
                  </a:lnTo>
                  <a:lnTo>
                    <a:pt x="335686" y="15735"/>
                  </a:lnTo>
                  <a:lnTo>
                    <a:pt x="337489" y="15735"/>
                  </a:lnTo>
                  <a:lnTo>
                    <a:pt x="338201" y="13970"/>
                  </a:lnTo>
                  <a:lnTo>
                    <a:pt x="338569" y="13042"/>
                  </a:lnTo>
                  <a:lnTo>
                    <a:pt x="338696" y="12738"/>
                  </a:lnTo>
                  <a:lnTo>
                    <a:pt x="338696" y="0"/>
                  </a:lnTo>
                  <a:lnTo>
                    <a:pt x="334302" y="0"/>
                  </a:lnTo>
                  <a:lnTo>
                    <a:pt x="334302" y="1041"/>
                  </a:lnTo>
                  <a:lnTo>
                    <a:pt x="331470" y="2222"/>
                  </a:lnTo>
                  <a:lnTo>
                    <a:pt x="331025" y="2387"/>
                  </a:lnTo>
                  <a:lnTo>
                    <a:pt x="331343" y="2222"/>
                  </a:lnTo>
                  <a:lnTo>
                    <a:pt x="333629" y="1270"/>
                  </a:lnTo>
                  <a:lnTo>
                    <a:pt x="334302" y="1041"/>
                  </a:lnTo>
                  <a:lnTo>
                    <a:pt x="334302" y="0"/>
                  </a:lnTo>
                  <a:lnTo>
                    <a:pt x="333502" y="0"/>
                  </a:lnTo>
                  <a:lnTo>
                    <a:pt x="332740" y="0"/>
                  </a:lnTo>
                  <a:lnTo>
                    <a:pt x="332130" y="762"/>
                  </a:lnTo>
                  <a:lnTo>
                    <a:pt x="331216" y="1270"/>
                  </a:lnTo>
                  <a:lnTo>
                    <a:pt x="330962" y="1270"/>
                  </a:lnTo>
                  <a:lnTo>
                    <a:pt x="330454" y="1270"/>
                  </a:lnTo>
                  <a:lnTo>
                    <a:pt x="332016" y="762"/>
                  </a:lnTo>
                  <a:lnTo>
                    <a:pt x="332740" y="0"/>
                  </a:lnTo>
                  <a:lnTo>
                    <a:pt x="331724" y="0"/>
                  </a:lnTo>
                  <a:lnTo>
                    <a:pt x="329438" y="1270"/>
                  </a:lnTo>
                  <a:lnTo>
                    <a:pt x="328409" y="2844"/>
                  </a:lnTo>
                  <a:lnTo>
                    <a:pt x="327875" y="3263"/>
                  </a:lnTo>
                  <a:lnTo>
                    <a:pt x="327875" y="3670"/>
                  </a:lnTo>
                  <a:lnTo>
                    <a:pt x="327787" y="3810"/>
                  </a:lnTo>
                  <a:lnTo>
                    <a:pt x="327533" y="3810"/>
                  </a:lnTo>
                  <a:lnTo>
                    <a:pt x="327875" y="3670"/>
                  </a:lnTo>
                  <a:lnTo>
                    <a:pt x="327875" y="3263"/>
                  </a:lnTo>
                  <a:lnTo>
                    <a:pt x="327152" y="3810"/>
                  </a:lnTo>
                  <a:lnTo>
                    <a:pt x="326771" y="3810"/>
                  </a:lnTo>
                  <a:lnTo>
                    <a:pt x="325628" y="5080"/>
                  </a:lnTo>
                  <a:lnTo>
                    <a:pt x="324993" y="5080"/>
                  </a:lnTo>
                  <a:lnTo>
                    <a:pt x="324612" y="6350"/>
                  </a:lnTo>
                  <a:lnTo>
                    <a:pt x="323850" y="6350"/>
                  </a:lnTo>
                  <a:lnTo>
                    <a:pt x="322326" y="8890"/>
                  </a:lnTo>
                  <a:lnTo>
                    <a:pt x="321729" y="11137"/>
                  </a:lnTo>
                  <a:lnTo>
                    <a:pt x="321411" y="12547"/>
                  </a:lnTo>
                  <a:lnTo>
                    <a:pt x="321779" y="11645"/>
                  </a:lnTo>
                  <a:lnTo>
                    <a:pt x="320929" y="13970"/>
                  </a:lnTo>
                  <a:lnTo>
                    <a:pt x="321170" y="13042"/>
                  </a:lnTo>
                  <a:lnTo>
                    <a:pt x="321259" y="12738"/>
                  </a:lnTo>
                  <a:lnTo>
                    <a:pt x="321348" y="11645"/>
                  </a:lnTo>
                  <a:lnTo>
                    <a:pt x="298958" y="45720"/>
                  </a:lnTo>
                  <a:lnTo>
                    <a:pt x="298577" y="46990"/>
                  </a:lnTo>
                  <a:lnTo>
                    <a:pt x="291084" y="60960"/>
                  </a:lnTo>
                  <a:lnTo>
                    <a:pt x="290830" y="60960"/>
                  </a:lnTo>
                  <a:lnTo>
                    <a:pt x="283972" y="74930"/>
                  </a:lnTo>
                  <a:lnTo>
                    <a:pt x="277495" y="90170"/>
                  </a:lnTo>
                  <a:lnTo>
                    <a:pt x="277228" y="91478"/>
                  </a:lnTo>
                  <a:lnTo>
                    <a:pt x="271780" y="106680"/>
                  </a:lnTo>
                  <a:lnTo>
                    <a:pt x="271907" y="105410"/>
                  </a:lnTo>
                  <a:lnTo>
                    <a:pt x="142633" y="432650"/>
                  </a:lnTo>
                  <a:lnTo>
                    <a:pt x="140716" y="432943"/>
                  </a:lnTo>
                  <a:lnTo>
                    <a:pt x="140335" y="433070"/>
                  </a:lnTo>
                  <a:lnTo>
                    <a:pt x="124206" y="436245"/>
                  </a:lnTo>
                  <a:lnTo>
                    <a:pt x="122301" y="436880"/>
                  </a:lnTo>
                  <a:lnTo>
                    <a:pt x="117602" y="439039"/>
                  </a:lnTo>
                  <a:lnTo>
                    <a:pt x="114554" y="440563"/>
                  </a:lnTo>
                  <a:lnTo>
                    <a:pt x="112522" y="443611"/>
                  </a:lnTo>
                  <a:lnTo>
                    <a:pt x="112649" y="453263"/>
                  </a:lnTo>
                  <a:lnTo>
                    <a:pt x="116459" y="457073"/>
                  </a:lnTo>
                  <a:lnTo>
                    <a:pt x="125984" y="457073"/>
                  </a:lnTo>
                  <a:lnTo>
                    <a:pt x="128270" y="454787"/>
                  </a:lnTo>
                  <a:lnTo>
                    <a:pt x="129794" y="453263"/>
                  </a:lnTo>
                  <a:lnTo>
                    <a:pt x="129921" y="453263"/>
                  </a:lnTo>
                  <a:lnTo>
                    <a:pt x="129921" y="452818"/>
                  </a:lnTo>
                  <a:lnTo>
                    <a:pt x="128524" y="453097"/>
                  </a:lnTo>
                  <a:lnTo>
                    <a:pt x="129882" y="452818"/>
                  </a:lnTo>
                  <a:lnTo>
                    <a:pt x="129921" y="452628"/>
                  </a:lnTo>
                  <a:lnTo>
                    <a:pt x="129921" y="452818"/>
                  </a:lnTo>
                  <a:lnTo>
                    <a:pt x="135064" y="451815"/>
                  </a:lnTo>
                  <a:lnTo>
                    <a:pt x="120396" y="488950"/>
                  </a:lnTo>
                  <a:lnTo>
                    <a:pt x="120269" y="488950"/>
                  </a:lnTo>
                  <a:lnTo>
                    <a:pt x="92583" y="571500"/>
                  </a:lnTo>
                  <a:lnTo>
                    <a:pt x="47688" y="695985"/>
                  </a:lnTo>
                  <a:lnTo>
                    <a:pt x="65773" y="695985"/>
                  </a:lnTo>
                  <a:lnTo>
                    <a:pt x="108839" y="576580"/>
                  </a:lnTo>
                  <a:lnTo>
                    <a:pt x="136652" y="494030"/>
                  </a:lnTo>
                  <a:lnTo>
                    <a:pt x="136525" y="495300"/>
                  </a:lnTo>
                  <a:lnTo>
                    <a:pt x="137020" y="494030"/>
                  </a:lnTo>
                  <a:lnTo>
                    <a:pt x="155041" y="448259"/>
                  </a:lnTo>
                  <a:lnTo>
                    <a:pt x="163410" y="446913"/>
                  </a:lnTo>
                  <a:lnTo>
                    <a:pt x="172974" y="445389"/>
                  </a:lnTo>
                  <a:lnTo>
                    <a:pt x="248119" y="428383"/>
                  </a:lnTo>
                  <a:lnTo>
                    <a:pt x="265303" y="424434"/>
                  </a:lnTo>
                  <a:lnTo>
                    <a:pt x="370459" y="401066"/>
                  </a:lnTo>
                  <a:lnTo>
                    <a:pt x="370217" y="401066"/>
                  </a:lnTo>
                  <a:lnTo>
                    <a:pt x="414274" y="389763"/>
                  </a:lnTo>
                  <a:lnTo>
                    <a:pt x="414540" y="389763"/>
                  </a:lnTo>
                  <a:lnTo>
                    <a:pt x="430555" y="384238"/>
                  </a:lnTo>
                  <a:lnTo>
                    <a:pt x="442595" y="380085"/>
                  </a:lnTo>
                  <a:lnTo>
                    <a:pt x="565785" y="819150"/>
                  </a:lnTo>
                  <a:lnTo>
                    <a:pt x="592709" y="915670"/>
                  </a:lnTo>
                  <a:lnTo>
                    <a:pt x="600837" y="942340"/>
                  </a:lnTo>
                  <a:lnTo>
                    <a:pt x="601853" y="944880"/>
                  </a:lnTo>
                  <a:lnTo>
                    <a:pt x="605155" y="946150"/>
                  </a:lnTo>
                  <a:lnTo>
                    <a:pt x="608330" y="946150"/>
                  </a:lnTo>
                  <a:lnTo>
                    <a:pt x="611632" y="944880"/>
                  </a:lnTo>
                  <a:lnTo>
                    <a:pt x="613664" y="942340"/>
                  </a:lnTo>
                  <a:close/>
                </a:path>
              </a:pathLst>
            </a:custGeom>
            <a:solidFill>
              <a:srgbClr val="E712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804161" y="5936996"/>
            <a:ext cx="1740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Mutually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Exclusive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8829" y="3693921"/>
            <a:ext cx="1867408" cy="182473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11897" y="3797553"/>
            <a:ext cx="3296920" cy="182473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205978" y="5936996"/>
            <a:ext cx="2110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Mutually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Exclusive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Mutually</a:t>
            </a:r>
            <a:r>
              <a:rPr spc="-110" dirty="0"/>
              <a:t> </a:t>
            </a:r>
            <a:r>
              <a:rPr dirty="0"/>
              <a:t>Exclusive</a:t>
            </a:r>
            <a:r>
              <a:rPr spc="-90" dirty="0"/>
              <a:t> </a:t>
            </a:r>
            <a:r>
              <a:rPr dirty="0"/>
              <a:t>and</a:t>
            </a:r>
            <a:r>
              <a:rPr spc="-95" dirty="0"/>
              <a:t> </a:t>
            </a:r>
            <a:r>
              <a:rPr dirty="0"/>
              <a:t>Exhaustive</a:t>
            </a:r>
            <a:r>
              <a:rPr spc="-85" dirty="0"/>
              <a:t> </a:t>
            </a:r>
            <a:r>
              <a:rPr spc="-10" dirty="0"/>
              <a:t>events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0980" y="1717928"/>
            <a:ext cx="3206115" cy="1781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Mutually</a:t>
            </a:r>
            <a:r>
              <a:rPr sz="1800" b="1" spc="-15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exclusive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050"/>
              </a:lnSpc>
              <a:spcBef>
                <a:spcPts val="1725"/>
              </a:spcBef>
            </a:pPr>
            <a:r>
              <a:rPr sz="1800" dirty="0">
                <a:latin typeface="Tahoma"/>
                <a:cs typeface="Tahoma"/>
              </a:rPr>
              <a:t>Event: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Dice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(36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sample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spaces)</a:t>
            </a: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ts val="1945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Event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A: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P(at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least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one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5)</a:t>
            </a: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ts val="2055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Event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B: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P(sum&lt;4)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sz="1800" dirty="0">
                <a:latin typeface="Tahoma"/>
                <a:cs typeface="Tahoma"/>
              </a:rPr>
              <a:t>Mutually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exclusive?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21994" y="3693921"/>
            <a:ext cx="1867535" cy="1824989"/>
            <a:chOff x="1221994" y="3693921"/>
            <a:chExt cx="1867535" cy="1824989"/>
          </a:xfrm>
        </p:grpSpPr>
        <p:sp>
          <p:nvSpPr>
            <p:cNvPr id="5" name="object 5"/>
            <p:cNvSpPr/>
            <p:nvPr/>
          </p:nvSpPr>
          <p:spPr>
            <a:xfrm>
              <a:off x="1228344" y="3700271"/>
              <a:ext cx="1854835" cy="1812289"/>
            </a:xfrm>
            <a:custGeom>
              <a:avLst/>
              <a:gdLst/>
              <a:ahLst/>
              <a:cxnLst/>
              <a:rect l="l" t="t" r="r" b="b"/>
              <a:pathLst>
                <a:path w="1854835" h="1812289">
                  <a:moveTo>
                    <a:pt x="0" y="906017"/>
                  </a:moveTo>
                  <a:lnTo>
                    <a:pt x="1285" y="857900"/>
                  </a:lnTo>
                  <a:lnTo>
                    <a:pt x="5098" y="810436"/>
                  </a:lnTo>
                  <a:lnTo>
                    <a:pt x="11375" y="763690"/>
                  </a:lnTo>
                  <a:lnTo>
                    <a:pt x="20053" y="717722"/>
                  </a:lnTo>
                  <a:lnTo>
                    <a:pt x="31065" y="672597"/>
                  </a:lnTo>
                  <a:lnTo>
                    <a:pt x="44350" y="628376"/>
                  </a:lnTo>
                  <a:lnTo>
                    <a:pt x="59842" y="585122"/>
                  </a:lnTo>
                  <a:lnTo>
                    <a:pt x="77478" y="542898"/>
                  </a:lnTo>
                  <a:lnTo>
                    <a:pt x="97193" y="501767"/>
                  </a:lnTo>
                  <a:lnTo>
                    <a:pt x="118924" y="461791"/>
                  </a:lnTo>
                  <a:lnTo>
                    <a:pt x="142606" y="423032"/>
                  </a:lnTo>
                  <a:lnTo>
                    <a:pt x="168175" y="385554"/>
                  </a:lnTo>
                  <a:lnTo>
                    <a:pt x="195568" y="349418"/>
                  </a:lnTo>
                  <a:lnTo>
                    <a:pt x="224719" y="314689"/>
                  </a:lnTo>
                  <a:lnTo>
                    <a:pt x="255566" y="281427"/>
                  </a:lnTo>
                  <a:lnTo>
                    <a:pt x="288044" y="249696"/>
                  </a:lnTo>
                  <a:lnTo>
                    <a:pt x="322088" y="219558"/>
                  </a:lnTo>
                  <a:lnTo>
                    <a:pt x="357635" y="191076"/>
                  </a:lnTo>
                  <a:lnTo>
                    <a:pt x="394621" y="164313"/>
                  </a:lnTo>
                  <a:lnTo>
                    <a:pt x="432982" y="139332"/>
                  </a:lnTo>
                  <a:lnTo>
                    <a:pt x="472653" y="116194"/>
                  </a:lnTo>
                  <a:lnTo>
                    <a:pt x="513571" y="94962"/>
                  </a:lnTo>
                  <a:lnTo>
                    <a:pt x="555672" y="75699"/>
                  </a:lnTo>
                  <a:lnTo>
                    <a:pt x="598890" y="58469"/>
                  </a:lnTo>
                  <a:lnTo>
                    <a:pt x="643163" y="43332"/>
                  </a:lnTo>
                  <a:lnTo>
                    <a:pt x="688426" y="30353"/>
                  </a:lnTo>
                  <a:lnTo>
                    <a:pt x="734616" y="19592"/>
                  </a:lnTo>
                  <a:lnTo>
                    <a:pt x="781667" y="11114"/>
                  </a:lnTo>
                  <a:lnTo>
                    <a:pt x="829517" y="4981"/>
                  </a:lnTo>
                  <a:lnTo>
                    <a:pt x="878100" y="1255"/>
                  </a:lnTo>
                  <a:lnTo>
                    <a:pt x="927354" y="0"/>
                  </a:lnTo>
                  <a:lnTo>
                    <a:pt x="976607" y="1255"/>
                  </a:lnTo>
                  <a:lnTo>
                    <a:pt x="1025190" y="4981"/>
                  </a:lnTo>
                  <a:lnTo>
                    <a:pt x="1073040" y="11114"/>
                  </a:lnTo>
                  <a:lnTo>
                    <a:pt x="1120091" y="19592"/>
                  </a:lnTo>
                  <a:lnTo>
                    <a:pt x="1166281" y="30353"/>
                  </a:lnTo>
                  <a:lnTo>
                    <a:pt x="1211544" y="43332"/>
                  </a:lnTo>
                  <a:lnTo>
                    <a:pt x="1255817" y="58469"/>
                  </a:lnTo>
                  <a:lnTo>
                    <a:pt x="1299035" y="75699"/>
                  </a:lnTo>
                  <a:lnTo>
                    <a:pt x="1341136" y="94962"/>
                  </a:lnTo>
                  <a:lnTo>
                    <a:pt x="1382054" y="116194"/>
                  </a:lnTo>
                  <a:lnTo>
                    <a:pt x="1421725" y="139332"/>
                  </a:lnTo>
                  <a:lnTo>
                    <a:pt x="1460086" y="164313"/>
                  </a:lnTo>
                  <a:lnTo>
                    <a:pt x="1497072" y="191076"/>
                  </a:lnTo>
                  <a:lnTo>
                    <a:pt x="1532619" y="219558"/>
                  </a:lnTo>
                  <a:lnTo>
                    <a:pt x="1566663" y="249696"/>
                  </a:lnTo>
                  <a:lnTo>
                    <a:pt x="1599141" y="281427"/>
                  </a:lnTo>
                  <a:lnTo>
                    <a:pt x="1629988" y="314689"/>
                  </a:lnTo>
                  <a:lnTo>
                    <a:pt x="1659139" y="349418"/>
                  </a:lnTo>
                  <a:lnTo>
                    <a:pt x="1686532" y="385554"/>
                  </a:lnTo>
                  <a:lnTo>
                    <a:pt x="1712101" y="423032"/>
                  </a:lnTo>
                  <a:lnTo>
                    <a:pt x="1735783" y="461791"/>
                  </a:lnTo>
                  <a:lnTo>
                    <a:pt x="1757514" y="501767"/>
                  </a:lnTo>
                  <a:lnTo>
                    <a:pt x="1777229" y="542898"/>
                  </a:lnTo>
                  <a:lnTo>
                    <a:pt x="1794865" y="585122"/>
                  </a:lnTo>
                  <a:lnTo>
                    <a:pt x="1810357" y="628376"/>
                  </a:lnTo>
                  <a:lnTo>
                    <a:pt x="1823642" y="672597"/>
                  </a:lnTo>
                  <a:lnTo>
                    <a:pt x="1834654" y="717722"/>
                  </a:lnTo>
                  <a:lnTo>
                    <a:pt x="1843332" y="763690"/>
                  </a:lnTo>
                  <a:lnTo>
                    <a:pt x="1849609" y="810436"/>
                  </a:lnTo>
                  <a:lnTo>
                    <a:pt x="1853422" y="857900"/>
                  </a:lnTo>
                  <a:lnTo>
                    <a:pt x="1854708" y="906017"/>
                  </a:lnTo>
                  <a:lnTo>
                    <a:pt x="1853422" y="954135"/>
                  </a:lnTo>
                  <a:lnTo>
                    <a:pt x="1849609" y="1001599"/>
                  </a:lnTo>
                  <a:lnTo>
                    <a:pt x="1843332" y="1048345"/>
                  </a:lnTo>
                  <a:lnTo>
                    <a:pt x="1834654" y="1094313"/>
                  </a:lnTo>
                  <a:lnTo>
                    <a:pt x="1823642" y="1139438"/>
                  </a:lnTo>
                  <a:lnTo>
                    <a:pt x="1810357" y="1183659"/>
                  </a:lnTo>
                  <a:lnTo>
                    <a:pt x="1794865" y="1226913"/>
                  </a:lnTo>
                  <a:lnTo>
                    <a:pt x="1777229" y="1269137"/>
                  </a:lnTo>
                  <a:lnTo>
                    <a:pt x="1757514" y="1310268"/>
                  </a:lnTo>
                  <a:lnTo>
                    <a:pt x="1735783" y="1350244"/>
                  </a:lnTo>
                  <a:lnTo>
                    <a:pt x="1712101" y="1389003"/>
                  </a:lnTo>
                  <a:lnTo>
                    <a:pt x="1686532" y="1426481"/>
                  </a:lnTo>
                  <a:lnTo>
                    <a:pt x="1659139" y="1462617"/>
                  </a:lnTo>
                  <a:lnTo>
                    <a:pt x="1629988" y="1497346"/>
                  </a:lnTo>
                  <a:lnTo>
                    <a:pt x="1599141" y="1530608"/>
                  </a:lnTo>
                  <a:lnTo>
                    <a:pt x="1566663" y="1562339"/>
                  </a:lnTo>
                  <a:lnTo>
                    <a:pt x="1532619" y="1592477"/>
                  </a:lnTo>
                  <a:lnTo>
                    <a:pt x="1497072" y="1620959"/>
                  </a:lnTo>
                  <a:lnTo>
                    <a:pt x="1460086" y="1647722"/>
                  </a:lnTo>
                  <a:lnTo>
                    <a:pt x="1421725" y="1672703"/>
                  </a:lnTo>
                  <a:lnTo>
                    <a:pt x="1382054" y="1695841"/>
                  </a:lnTo>
                  <a:lnTo>
                    <a:pt x="1341136" y="1717073"/>
                  </a:lnTo>
                  <a:lnTo>
                    <a:pt x="1299035" y="1736336"/>
                  </a:lnTo>
                  <a:lnTo>
                    <a:pt x="1255817" y="1753566"/>
                  </a:lnTo>
                  <a:lnTo>
                    <a:pt x="1211544" y="1768703"/>
                  </a:lnTo>
                  <a:lnTo>
                    <a:pt x="1166281" y="1781682"/>
                  </a:lnTo>
                  <a:lnTo>
                    <a:pt x="1120091" y="1792443"/>
                  </a:lnTo>
                  <a:lnTo>
                    <a:pt x="1073040" y="1800921"/>
                  </a:lnTo>
                  <a:lnTo>
                    <a:pt x="1025190" y="1807054"/>
                  </a:lnTo>
                  <a:lnTo>
                    <a:pt x="976607" y="1810780"/>
                  </a:lnTo>
                  <a:lnTo>
                    <a:pt x="927354" y="1812036"/>
                  </a:lnTo>
                  <a:lnTo>
                    <a:pt x="878100" y="1810780"/>
                  </a:lnTo>
                  <a:lnTo>
                    <a:pt x="829517" y="1807054"/>
                  </a:lnTo>
                  <a:lnTo>
                    <a:pt x="781667" y="1800921"/>
                  </a:lnTo>
                  <a:lnTo>
                    <a:pt x="734616" y="1792443"/>
                  </a:lnTo>
                  <a:lnTo>
                    <a:pt x="688426" y="1781682"/>
                  </a:lnTo>
                  <a:lnTo>
                    <a:pt x="643163" y="1768703"/>
                  </a:lnTo>
                  <a:lnTo>
                    <a:pt x="598890" y="1753566"/>
                  </a:lnTo>
                  <a:lnTo>
                    <a:pt x="555672" y="1736336"/>
                  </a:lnTo>
                  <a:lnTo>
                    <a:pt x="513571" y="1717073"/>
                  </a:lnTo>
                  <a:lnTo>
                    <a:pt x="472653" y="1695841"/>
                  </a:lnTo>
                  <a:lnTo>
                    <a:pt x="432982" y="1672703"/>
                  </a:lnTo>
                  <a:lnTo>
                    <a:pt x="394621" y="1647722"/>
                  </a:lnTo>
                  <a:lnTo>
                    <a:pt x="357635" y="1620959"/>
                  </a:lnTo>
                  <a:lnTo>
                    <a:pt x="322088" y="1592477"/>
                  </a:lnTo>
                  <a:lnTo>
                    <a:pt x="288044" y="1562339"/>
                  </a:lnTo>
                  <a:lnTo>
                    <a:pt x="255566" y="1530608"/>
                  </a:lnTo>
                  <a:lnTo>
                    <a:pt x="224719" y="1497346"/>
                  </a:lnTo>
                  <a:lnTo>
                    <a:pt x="195568" y="1462617"/>
                  </a:lnTo>
                  <a:lnTo>
                    <a:pt x="168175" y="1426481"/>
                  </a:lnTo>
                  <a:lnTo>
                    <a:pt x="142606" y="1389003"/>
                  </a:lnTo>
                  <a:lnTo>
                    <a:pt x="118924" y="1350244"/>
                  </a:lnTo>
                  <a:lnTo>
                    <a:pt x="97193" y="1310268"/>
                  </a:lnTo>
                  <a:lnTo>
                    <a:pt x="77478" y="1269137"/>
                  </a:lnTo>
                  <a:lnTo>
                    <a:pt x="59842" y="1226913"/>
                  </a:lnTo>
                  <a:lnTo>
                    <a:pt x="44350" y="1183659"/>
                  </a:lnTo>
                  <a:lnTo>
                    <a:pt x="31065" y="1139438"/>
                  </a:lnTo>
                  <a:lnTo>
                    <a:pt x="20053" y="1094313"/>
                  </a:lnTo>
                  <a:lnTo>
                    <a:pt x="11375" y="1048345"/>
                  </a:lnTo>
                  <a:lnTo>
                    <a:pt x="5098" y="1001599"/>
                  </a:lnTo>
                  <a:lnTo>
                    <a:pt x="1285" y="954135"/>
                  </a:lnTo>
                  <a:lnTo>
                    <a:pt x="0" y="906017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45945" y="4123689"/>
              <a:ext cx="614045" cy="946150"/>
            </a:xfrm>
            <a:custGeom>
              <a:avLst/>
              <a:gdLst/>
              <a:ahLst/>
              <a:cxnLst/>
              <a:rect l="l" t="t" r="r" b="b"/>
              <a:pathLst>
                <a:path w="614044" h="946150">
                  <a:moveTo>
                    <a:pt x="65328" y="697230"/>
                  </a:moveTo>
                  <a:lnTo>
                    <a:pt x="47244" y="697230"/>
                  </a:lnTo>
                  <a:lnTo>
                    <a:pt x="46951" y="697230"/>
                  </a:lnTo>
                  <a:lnTo>
                    <a:pt x="44958" y="701040"/>
                  </a:lnTo>
                  <a:lnTo>
                    <a:pt x="38862" y="715010"/>
                  </a:lnTo>
                  <a:lnTo>
                    <a:pt x="39116" y="713740"/>
                  </a:lnTo>
                  <a:lnTo>
                    <a:pt x="35941" y="720090"/>
                  </a:lnTo>
                  <a:lnTo>
                    <a:pt x="32639" y="725170"/>
                  </a:lnTo>
                  <a:lnTo>
                    <a:pt x="33020" y="725170"/>
                  </a:lnTo>
                  <a:lnTo>
                    <a:pt x="29464" y="730250"/>
                  </a:lnTo>
                  <a:lnTo>
                    <a:pt x="27940" y="732790"/>
                  </a:lnTo>
                  <a:lnTo>
                    <a:pt x="27051" y="734060"/>
                  </a:lnTo>
                  <a:lnTo>
                    <a:pt x="27762" y="732929"/>
                  </a:lnTo>
                  <a:lnTo>
                    <a:pt x="24803" y="735330"/>
                  </a:lnTo>
                  <a:lnTo>
                    <a:pt x="23622" y="736600"/>
                  </a:lnTo>
                  <a:lnTo>
                    <a:pt x="23368" y="736600"/>
                  </a:lnTo>
                  <a:lnTo>
                    <a:pt x="21082" y="737870"/>
                  </a:lnTo>
                  <a:lnTo>
                    <a:pt x="20828" y="737870"/>
                  </a:lnTo>
                  <a:lnTo>
                    <a:pt x="20066" y="739038"/>
                  </a:lnTo>
                  <a:lnTo>
                    <a:pt x="19926" y="739203"/>
                  </a:lnTo>
                  <a:lnTo>
                    <a:pt x="22352" y="737870"/>
                  </a:lnTo>
                  <a:lnTo>
                    <a:pt x="19989" y="739203"/>
                  </a:lnTo>
                  <a:lnTo>
                    <a:pt x="19735" y="739203"/>
                  </a:lnTo>
                  <a:lnTo>
                    <a:pt x="18592" y="739203"/>
                  </a:lnTo>
                  <a:lnTo>
                    <a:pt x="16891" y="740410"/>
                  </a:lnTo>
                  <a:lnTo>
                    <a:pt x="16129" y="740410"/>
                  </a:lnTo>
                  <a:lnTo>
                    <a:pt x="13335" y="741680"/>
                  </a:lnTo>
                  <a:lnTo>
                    <a:pt x="8636" y="741680"/>
                  </a:lnTo>
                  <a:lnTo>
                    <a:pt x="4191" y="742950"/>
                  </a:lnTo>
                  <a:lnTo>
                    <a:pt x="1778" y="745490"/>
                  </a:lnTo>
                  <a:lnTo>
                    <a:pt x="889" y="748030"/>
                  </a:lnTo>
                  <a:lnTo>
                    <a:pt x="0" y="751840"/>
                  </a:lnTo>
                  <a:lnTo>
                    <a:pt x="889" y="754380"/>
                  </a:lnTo>
                  <a:lnTo>
                    <a:pt x="5207" y="759460"/>
                  </a:lnTo>
                  <a:lnTo>
                    <a:pt x="14224" y="759460"/>
                  </a:lnTo>
                  <a:lnTo>
                    <a:pt x="15621" y="758190"/>
                  </a:lnTo>
                  <a:lnTo>
                    <a:pt x="17018" y="758190"/>
                  </a:lnTo>
                  <a:lnTo>
                    <a:pt x="20320" y="756920"/>
                  </a:lnTo>
                  <a:lnTo>
                    <a:pt x="22098" y="756920"/>
                  </a:lnTo>
                  <a:lnTo>
                    <a:pt x="22860" y="756920"/>
                  </a:lnTo>
                  <a:lnTo>
                    <a:pt x="24638" y="755650"/>
                  </a:lnTo>
                  <a:lnTo>
                    <a:pt x="23787" y="756081"/>
                  </a:lnTo>
                  <a:lnTo>
                    <a:pt x="24257" y="755650"/>
                  </a:lnTo>
                  <a:lnTo>
                    <a:pt x="24638" y="755650"/>
                  </a:lnTo>
                  <a:lnTo>
                    <a:pt x="26035" y="755650"/>
                  </a:lnTo>
                  <a:lnTo>
                    <a:pt x="27559" y="754380"/>
                  </a:lnTo>
                  <a:lnTo>
                    <a:pt x="28448" y="754380"/>
                  </a:lnTo>
                  <a:lnTo>
                    <a:pt x="29591" y="753110"/>
                  </a:lnTo>
                  <a:lnTo>
                    <a:pt x="28575" y="754380"/>
                  </a:lnTo>
                  <a:lnTo>
                    <a:pt x="30099" y="753110"/>
                  </a:lnTo>
                  <a:lnTo>
                    <a:pt x="32258" y="751840"/>
                  </a:lnTo>
                  <a:lnTo>
                    <a:pt x="32512" y="751840"/>
                  </a:lnTo>
                  <a:lnTo>
                    <a:pt x="33655" y="750570"/>
                  </a:lnTo>
                  <a:lnTo>
                    <a:pt x="34798" y="749300"/>
                  </a:lnTo>
                  <a:lnTo>
                    <a:pt x="35687" y="749300"/>
                  </a:lnTo>
                  <a:lnTo>
                    <a:pt x="36957" y="748030"/>
                  </a:lnTo>
                  <a:lnTo>
                    <a:pt x="40259" y="744220"/>
                  </a:lnTo>
                  <a:lnTo>
                    <a:pt x="41148" y="742950"/>
                  </a:lnTo>
                  <a:lnTo>
                    <a:pt x="43688" y="740410"/>
                  </a:lnTo>
                  <a:lnTo>
                    <a:pt x="43815" y="740410"/>
                  </a:lnTo>
                  <a:lnTo>
                    <a:pt x="45948" y="736600"/>
                  </a:lnTo>
                  <a:lnTo>
                    <a:pt x="47371" y="734060"/>
                  </a:lnTo>
                  <a:lnTo>
                    <a:pt x="47752" y="734060"/>
                  </a:lnTo>
                  <a:lnTo>
                    <a:pt x="51054" y="727710"/>
                  </a:lnTo>
                  <a:lnTo>
                    <a:pt x="54229" y="722630"/>
                  </a:lnTo>
                  <a:lnTo>
                    <a:pt x="54610" y="721360"/>
                  </a:lnTo>
                  <a:lnTo>
                    <a:pt x="57594" y="715010"/>
                  </a:lnTo>
                  <a:lnTo>
                    <a:pt x="60579" y="708660"/>
                  </a:lnTo>
                  <a:lnTo>
                    <a:pt x="63119" y="703580"/>
                  </a:lnTo>
                  <a:lnTo>
                    <a:pt x="63500" y="702310"/>
                  </a:lnTo>
                  <a:lnTo>
                    <a:pt x="65328" y="697230"/>
                  </a:lnTo>
                  <a:close/>
                </a:path>
                <a:path w="614044" h="946150">
                  <a:moveTo>
                    <a:pt x="321602" y="11430"/>
                  </a:moveTo>
                  <a:lnTo>
                    <a:pt x="321348" y="11645"/>
                  </a:lnTo>
                  <a:lnTo>
                    <a:pt x="321310" y="12547"/>
                  </a:lnTo>
                  <a:lnTo>
                    <a:pt x="321538" y="11645"/>
                  </a:lnTo>
                  <a:lnTo>
                    <a:pt x="321602" y="11430"/>
                  </a:lnTo>
                  <a:close/>
                </a:path>
                <a:path w="614044" h="946150">
                  <a:moveTo>
                    <a:pt x="322326" y="8890"/>
                  </a:moveTo>
                  <a:lnTo>
                    <a:pt x="321310" y="10160"/>
                  </a:lnTo>
                  <a:lnTo>
                    <a:pt x="321348" y="11645"/>
                  </a:lnTo>
                  <a:lnTo>
                    <a:pt x="321678" y="11137"/>
                  </a:lnTo>
                  <a:lnTo>
                    <a:pt x="321945" y="10160"/>
                  </a:lnTo>
                  <a:lnTo>
                    <a:pt x="322326" y="8890"/>
                  </a:lnTo>
                  <a:close/>
                </a:path>
                <a:path w="614044" h="946150">
                  <a:moveTo>
                    <a:pt x="338480" y="19380"/>
                  </a:moveTo>
                  <a:lnTo>
                    <a:pt x="338328" y="19050"/>
                  </a:lnTo>
                  <a:lnTo>
                    <a:pt x="338074" y="19050"/>
                  </a:lnTo>
                  <a:lnTo>
                    <a:pt x="338480" y="19380"/>
                  </a:lnTo>
                  <a:close/>
                </a:path>
                <a:path w="614044" h="946150">
                  <a:moveTo>
                    <a:pt x="613664" y="942340"/>
                  </a:moveTo>
                  <a:lnTo>
                    <a:pt x="581787" y="815340"/>
                  </a:lnTo>
                  <a:lnTo>
                    <a:pt x="380873" y="95250"/>
                  </a:lnTo>
                  <a:lnTo>
                    <a:pt x="364998" y="40640"/>
                  </a:lnTo>
                  <a:lnTo>
                    <a:pt x="364744" y="39370"/>
                  </a:lnTo>
                  <a:lnTo>
                    <a:pt x="357936" y="21590"/>
                  </a:lnTo>
                  <a:lnTo>
                    <a:pt x="357085" y="19380"/>
                  </a:lnTo>
                  <a:lnTo>
                    <a:pt x="356971" y="19050"/>
                  </a:lnTo>
                  <a:lnTo>
                    <a:pt x="356743" y="19050"/>
                  </a:lnTo>
                  <a:lnTo>
                    <a:pt x="338709" y="19050"/>
                  </a:lnTo>
                  <a:lnTo>
                    <a:pt x="338455" y="19050"/>
                  </a:lnTo>
                  <a:lnTo>
                    <a:pt x="338480" y="19380"/>
                  </a:lnTo>
                  <a:lnTo>
                    <a:pt x="338836" y="20320"/>
                  </a:lnTo>
                  <a:lnTo>
                    <a:pt x="339344" y="21590"/>
                  </a:lnTo>
                  <a:lnTo>
                    <a:pt x="339598" y="21590"/>
                  </a:lnTo>
                  <a:lnTo>
                    <a:pt x="339979" y="22860"/>
                  </a:lnTo>
                  <a:lnTo>
                    <a:pt x="340233" y="24130"/>
                  </a:lnTo>
                  <a:lnTo>
                    <a:pt x="348361" y="45720"/>
                  </a:lnTo>
                  <a:lnTo>
                    <a:pt x="355460" y="70104"/>
                  </a:lnTo>
                  <a:lnTo>
                    <a:pt x="364109" y="100330"/>
                  </a:lnTo>
                  <a:lnTo>
                    <a:pt x="439051" y="367474"/>
                  </a:lnTo>
                  <a:lnTo>
                    <a:pt x="410464" y="372872"/>
                  </a:lnTo>
                  <a:lnTo>
                    <a:pt x="364680" y="384619"/>
                  </a:lnTo>
                  <a:lnTo>
                    <a:pt x="366395" y="384238"/>
                  </a:lnTo>
                  <a:lnTo>
                    <a:pt x="168249" y="428688"/>
                  </a:lnTo>
                  <a:lnTo>
                    <a:pt x="170294" y="428383"/>
                  </a:lnTo>
                  <a:lnTo>
                    <a:pt x="162382" y="429602"/>
                  </a:lnTo>
                  <a:lnTo>
                    <a:pt x="217043" y="290830"/>
                  </a:lnTo>
                  <a:lnTo>
                    <a:pt x="288163" y="111760"/>
                  </a:lnTo>
                  <a:lnTo>
                    <a:pt x="289941" y="106680"/>
                  </a:lnTo>
                  <a:lnTo>
                    <a:pt x="293497" y="96520"/>
                  </a:lnTo>
                  <a:lnTo>
                    <a:pt x="293243" y="97790"/>
                  </a:lnTo>
                  <a:lnTo>
                    <a:pt x="293789" y="96520"/>
                  </a:lnTo>
                  <a:lnTo>
                    <a:pt x="300799" y="80352"/>
                  </a:lnTo>
                  <a:lnTo>
                    <a:pt x="306578" y="68580"/>
                  </a:lnTo>
                  <a:lnTo>
                    <a:pt x="306324" y="68580"/>
                  </a:lnTo>
                  <a:lnTo>
                    <a:pt x="313944" y="54610"/>
                  </a:lnTo>
                  <a:lnTo>
                    <a:pt x="313563" y="55880"/>
                  </a:lnTo>
                  <a:lnTo>
                    <a:pt x="314363" y="54610"/>
                  </a:lnTo>
                  <a:lnTo>
                    <a:pt x="336931" y="19050"/>
                  </a:lnTo>
                  <a:lnTo>
                    <a:pt x="336550" y="19050"/>
                  </a:lnTo>
                  <a:lnTo>
                    <a:pt x="336664" y="17983"/>
                  </a:lnTo>
                  <a:lnTo>
                    <a:pt x="336410" y="18453"/>
                  </a:lnTo>
                  <a:lnTo>
                    <a:pt x="336169" y="19050"/>
                  </a:lnTo>
                  <a:lnTo>
                    <a:pt x="336588" y="17983"/>
                  </a:lnTo>
                  <a:lnTo>
                    <a:pt x="337718" y="17983"/>
                  </a:lnTo>
                  <a:lnTo>
                    <a:pt x="338023" y="18453"/>
                  </a:lnTo>
                  <a:lnTo>
                    <a:pt x="338366" y="18453"/>
                  </a:lnTo>
                  <a:lnTo>
                    <a:pt x="356616" y="18453"/>
                  </a:lnTo>
                  <a:lnTo>
                    <a:pt x="356527" y="17983"/>
                  </a:lnTo>
                  <a:lnTo>
                    <a:pt x="356209" y="15925"/>
                  </a:lnTo>
                  <a:lnTo>
                    <a:pt x="356184" y="15735"/>
                  </a:lnTo>
                  <a:lnTo>
                    <a:pt x="355600" y="13970"/>
                  </a:lnTo>
                  <a:lnTo>
                    <a:pt x="355219" y="13042"/>
                  </a:lnTo>
                  <a:lnTo>
                    <a:pt x="355092" y="12738"/>
                  </a:lnTo>
                  <a:lnTo>
                    <a:pt x="354025" y="11645"/>
                  </a:lnTo>
                  <a:lnTo>
                    <a:pt x="354241" y="12471"/>
                  </a:lnTo>
                  <a:lnTo>
                    <a:pt x="353898" y="11645"/>
                  </a:lnTo>
                  <a:lnTo>
                    <a:pt x="353822" y="11430"/>
                  </a:lnTo>
                  <a:lnTo>
                    <a:pt x="353568" y="11430"/>
                  </a:lnTo>
                  <a:lnTo>
                    <a:pt x="353364" y="11137"/>
                  </a:lnTo>
                  <a:lnTo>
                    <a:pt x="353225" y="11137"/>
                  </a:lnTo>
                  <a:lnTo>
                    <a:pt x="353314" y="11430"/>
                  </a:lnTo>
                  <a:lnTo>
                    <a:pt x="352628" y="10160"/>
                  </a:lnTo>
                  <a:lnTo>
                    <a:pt x="352120" y="9232"/>
                  </a:lnTo>
                  <a:lnTo>
                    <a:pt x="352755" y="10210"/>
                  </a:lnTo>
                  <a:lnTo>
                    <a:pt x="353225" y="11137"/>
                  </a:lnTo>
                  <a:lnTo>
                    <a:pt x="353098" y="10744"/>
                  </a:lnTo>
                  <a:lnTo>
                    <a:pt x="352933" y="10160"/>
                  </a:lnTo>
                  <a:lnTo>
                    <a:pt x="350901" y="6350"/>
                  </a:lnTo>
                  <a:lnTo>
                    <a:pt x="351028" y="7620"/>
                  </a:lnTo>
                  <a:lnTo>
                    <a:pt x="350774" y="6350"/>
                  </a:lnTo>
                  <a:lnTo>
                    <a:pt x="349504" y="5080"/>
                  </a:lnTo>
                  <a:lnTo>
                    <a:pt x="350901" y="6350"/>
                  </a:lnTo>
                  <a:lnTo>
                    <a:pt x="349885" y="5080"/>
                  </a:lnTo>
                  <a:lnTo>
                    <a:pt x="348488" y="3810"/>
                  </a:lnTo>
                  <a:lnTo>
                    <a:pt x="348361" y="3810"/>
                  </a:lnTo>
                  <a:lnTo>
                    <a:pt x="347599" y="3810"/>
                  </a:lnTo>
                  <a:lnTo>
                    <a:pt x="346646" y="2882"/>
                  </a:lnTo>
                  <a:lnTo>
                    <a:pt x="348361" y="3810"/>
                  </a:lnTo>
                  <a:lnTo>
                    <a:pt x="348297" y="3670"/>
                  </a:lnTo>
                  <a:lnTo>
                    <a:pt x="346837" y="2540"/>
                  </a:lnTo>
                  <a:lnTo>
                    <a:pt x="346329" y="2540"/>
                  </a:lnTo>
                  <a:lnTo>
                    <a:pt x="345313" y="1270"/>
                  </a:lnTo>
                  <a:lnTo>
                    <a:pt x="343662" y="1270"/>
                  </a:lnTo>
                  <a:lnTo>
                    <a:pt x="342900" y="0"/>
                  </a:lnTo>
                  <a:lnTo>
                    <a:pt x="340042" y="0"/>
                  </a:lnTo>
                  <a:lnTo>
                    <a:pt x="340042" y="16014"/>
                  </a:lnTo>
                  <a:lnTo>
                    <a:pt x="339293" y="16332"/>
                  </a:lnTo>
                  <a:lnTo>
                    <a:pt x="338607" y="17284"/>
                  </a:lnTo>
                  <a:lnTo>
                    <a:pt x="338505" y="17411"/>
                  </a:lnTo>
                  <a:lnTo>
                    <a:pt x="339242" y="16344"/>
                  </a:lnTo>
                  <a:lnTo>
                    <a:pt x="339369" y="16230"/>
                  </a:lnTo>
                  <a:lnTo>
                    <a:pt x="340042" y="16014"/>
                  </a:lnTo>
                  <a:lnTo>
                    <a:pt x="340042" y="0"/>
                  </a:lnTo>
                  <a:lnTo>
                    <a:pt x="339725" y="0"/>
                  </a:lnTo>
                  <a:lnTo>
                    <a:pt x="339725" y="15735"/>
                  </a:lnTo>
                  <a:lnTo>
                    <a:pt x="339382" y="16205"/>
                  </a:lnTo>
                  <a:lnTo>
                    <a:pt x="339572" y="15925"/>
                  </a:lnTo>
                  <a:lnTo>
                    <a:pt x="338759" y="16395"/>
                  </a:lnTo>
                  <a:lnTo>
                    <a:pt x="338607" y="16459"/>
                  </a:lnTo>
                  <a:lnTo>
                    <a:pt x="338239" y="16700"/>
                  </a:lnTo>
                  <a:lnTo>
                    <a:pt x="338277" y="16560"/>
                  </a:lnTo>
                  <a:lnTo>
                    <a:pt x="338455" y="15938"/>
                  </a:lnTo>
                  <a:lnTo>
                    <a:pt x="338937" y="15735"/>
                  </a:lnTo>
                  <a:lnTo>
                    <a:pt x="339064" y="15735"/>
                  </a:lnTo>
                  <a:lnTo>
                    <a:pt x="338594" y="15925"/>
                  </a:lnTo>
                  <a:lnTo>
                    <a:pt x="339178" y="15925"/>
                  </a:lnTo>
                  <a:lnTo>
                    <a:pt x="339509" y="15925"/>
                  </a:lnTo>
                  <a:lnTo>
                    <a:pt x="339725" y="15735"/>
                  </a:lnTo>
                  <a:lnTo>
                    <a:pt x="339725" y="0"/>
                  </a:lnTo>
                  <a:lnTo>
                    <a:pt x="338696" y="0"/>
                  </a:lnTo>
                  <a:lnTo>
                    <a:pt x="338696" y="12738"/>
                  </a:lnTo>
                  <a:lnTo>
                    <a:pt x="338632" y="13055"/>
                  </a:lnTo>
                  <a:lnTo>
                    <a:pt x="338201" y="13970"/>
                  </a:lnTo>
                  <a:lnTo>
                    <a:pt x="338124" y="14325"/>
                  </a:lnTo>
                  <a:lnTo>
                    <a:pt x="338289" y="13970"/>
                  </a:lnTo>
                  <a:lnTo>
                    <a:pt x="338010" y="14884"/>
                  </a:lnTo>
                  <a:lnTo>
                    <a:pt x="337845" y="15735"/>
                  </a:lnTo>
                  <a:lnTo>
                    <a:pt x="337807" y="15925"/>
                  </a:lnTo>
                  <a:lnTo>
                    <a:pt x="337705" y="16243"/>
                  </a:lnTo>
                  <a:lnTo>
                    <a:pt x="337553" y="16776"/>
                  </a:lnTo>
                  <a:lnTo>
                    <a:pt x="337616" y="16294"/>
                  </a:lnTo>
                  <a:lnTo>
                    <a:pt x="337705" y="15925"/>
                  </a:lnTo>
                  <a:lnTo>
                    <a:pt x="337350" y="16078"/>
                  </a:lnTo>
                  <a:lnTo>
                    <a:pt x="337070" y="16192"/>
                  </a:lnTo>
                  <a:lnTo>
                    <a:pt x="336816" y="15735"/>
                  </a:lnTo>
                  <a:lnTo>
                    <a:pt x="336753" y="15925"/>
                  </a:lnTo>
                  <a:lnTo>
                    <a:pt x="336613" y="15925"/>
                  </a:lnTo>
                  <a:lnTo>
                    <a:pt x="336791" y="16268"/>
                  </a:lnTo>
                  <a:lnTo>
                    <a:pt x="336003" y="15735"/>
                  </a:lnTo>
                  <a:lnTo>
                    <a:pt x="335965" y="15925"/>
                  </a:lnTo>
                  <a:lnTo>
                    <a:pt x="336334" y="16497"/>
                  </a:lnTo>
                  <a:lnTo>
                    <a:pt x="336207" y="16548"/>
                  </a:lnTo>
                  <a:lnTo>
                    <a:pt x="335153" y="15925"/>
                  </a:lnTo>
                  <a:lnTo>
                    <a:pt x="335813" y="15925"/>
                  </a:lnTo>
                  <a:lnTo>
                    <a:pt x="335686" y="15735"/>
                  </a:lnTo>
                  <a:lnTo>
                    <a:pt x="337489" y="15735"/>
                  </a:lnTo>
                  <a:lnTo>
                    <a:pt x="338201" y="13970"/>
                  </a:lnTo>
                  <a:lnTo>
                    <a:pt x="338569" y="13042"/>
                  </a:lnTo>
                  <a:lnTo>
                    <a:pt x="338696" y="12738"/>
                  </a:lnTo>
                  <a:lnTo>
                    <a:pt x="338696" y="0"/>
                  </a:lnTo>
                  <a:lnTo>
                    <a:pt x="334302" y="0"/>
                  </a:lnTo>
                  <a:lnTo>
                    <a:pt x="334302" y="1041"/>
                  </a:lnTo>
                  <a:lnTo>
                    <a:pt x="331470" y="2222"/>
                  </a:lnTo>
                  <a:lnTo>
                    <a:pt x="331025" y="2387"/>
                  </a:lnTo>
                  <a:lnTo>
                    <a:pt x="331343" y="2222"/>
                  </a:lnTo>
                  <a:lnTo>
                    <a:pt x="333629" y="1270"/>
                  </a:lnTo>
                  <a:lnTo>
                    <a:pt x="334302" y="1041"/>
                  </a:lnTo>
                  <a:lnTo>
                    <a:pt x="334302" y="0"/>
                  </a:lnTo>
                  <a:lnTo>
                    <a:pt x="333502" y="0"/>
                  </a:lnTo>
                  <a:lnTo>
                    <a:pt x="332740" y="0"/>
                  </a:lnTo>
                  <a:lnTo>
                    <a:pt x="332130" y="762"/>
                  </a:lnTo>
                  <a:lnTo>
                    <a:pt x="331216" y="1270"/>
                  </a:lnTo>
                  <a:lnTo>
                    <a:pt x="330962" y="1270"/>
                  </a:lnTo>
                  <a:lnTo>
                    <a:pt x="330454" y="1270"/>
                  </a:lnTo>
                  <a:lnTo>
                    <a:pt x="332016" y="762"/>
                  </a:lnTo>
                  <a:lnTo>
                    <a:pt x="332740" y="0"/>
                  </a:lnTo>
                  <a:lnTo>
                    <a:pt x="331724" y="0"/>
                  </a:lnTo>
                  <a:lnTo>
                    <a:pt x="329438" y="1270"/>
                  </a:lnTo>
                  <a:lnTo>
                    <a:pt x="328409" y="2844"/>
                  </a:lnTo>
                  <a:lnTo>
                    <a:pt x="327875" y="3263"/>
                  </a:lnTo>
                  <a:lnTo>
                    <a:pt x="327875" y="3670"/>
                  </a:lnTo>
                  <a:lnTo>
                    <a:pt x="327787" y="3810"/>
                  </a:lnTo>
                  <a:lnTo>
                    <a:pt x="327533" y="3810"/>
                  </a:lnTo>
                  <a:lnTo>
                    <a:pt x="327875" y="3670"/>
                  </a:lnTo>
                  <a:lnTo>
                    <a:pt x="327875" y="3263"/>
                  </a:lnTo>
                  <a:lnTo>
                    <a:pt x="327152" y="3810"/>
                  </a:lnTo>
                  <a:lnTo>
                    <a:pt x="326771" y="3810"/>
                  </a:lnTo>
                  <a:lnTo>
                    <a:pt x="325628" y="5080"/>
                  </a:lnTo>
                  <a:lnTo>
                    <a:pt x="324993" y="5080"/>
                  </a:lnTo>
                  <a:lnTo>
                    <a:pt x="324612" y="6350"/>
                  </a:lnTo>
                  <a:lnTo>
                    <a:pt x="323850" y="6350"/>
                  </a:lnTo>
                  <a:lnTo>
                    <a:pt x="322326" y="8890"/>
                  </a:lnTo>
                  <a:lnTo>
                    <a:pt x="321729" y="11137"/>
                  </a:lnTo>
                  <a:lnTo>
                    <a:pt x="321411" y="12547"/>
                  </a:lnTo>
                  <a:lnTo>
                    <a:pt x="321779" y="11645"/>
                  </a:lnTo>
                  <a:lnTo>
                    <a:pt x="320929" y="13970"/>
                  </a:lnTo>
                  <a:lnTo>
                    <a:pt x="321170" y="13042"/>
                  </a:lnTo>
                  <a:lnTo>
                    <a:pt x="321259" y="12738"/>
                  </a:lnTo>
                  <a:lnTo>
                    <a:pt x="321348" y="11645"/>
                  </a:lnTo>
                  <a:lnTo>
                    <a:pt x="298958" y="45720"/>
                  </a:lnTo>
                  <a:lnTo>
                    <a:pt x="298577" y="46990"/>
                  </a:lnTo>
                  <a:lnTo>
                    <a:pt x="291084" y="60960"/>
                  </a:lnTo>
                  <a:lnTo>
                    <a:pt x="290830" y="60960"/>
                  </a:lnTo>
                  <a:lnTo>
                    <a:pt x="283972" y="74930"/>
                  </a:lnTo>
                  <a:lnTo>
                    <a:pt x="277495" y="90170"/>
                  </a:lnTo>
                  <a:lnTo>
                    <a:pt x="277228" y="91478"/>
                  </a:lnTo>
                  <a:lnTo>
                    <a:pt x="271780" y="106680"/>
                  </a:lnTo>
                  <a:lnTo>
                    <a:pt x="271907" y="105410"/>
                  </a:lnTo>
                  <a:lnTo>
                    <a:pt x="142633" y="432650"/>
                  </a:lnTo>
                  <a:lnTo>
                    <a:pt x="140716" y="432943"/>
                  </a:lnTo>
                  <a:lnTo>
                    <a:pt x="140335" y="433070"/>
                  </a:lnTo>
                  <a:lnTo>
                    <a:pt x="124206" y="436245"/>
                  </a:lnTo>
                  <a:lnTo>
                    <a:pt x="122301" y="436880"/>
                  </a:lnTo>
                  <a:lnTo>
                    <a:pt x="117602" y="439039"/>
                  </a:lnTo>
                  <a:lnTo>
                    <a:pt x="114554" y="440563"/>
                  </a:lnTo>
                  <a:lnTo>
                    <a:pt x="112522" y="443611"/>
                  </a:lnTo>
                  <a:lnTo>
                    <a:pt x="112649" y="453263"/>
                  </a:lnTo>
                  <a:lnTo>
                    <a:pt x="116459" y="457073"/>
                  </a:lnTo>
                  <a:lnTo>
                    <a:pt x="125984" y="457073"/>
                  </a:lnTo>
                  <a:lnTo>
                    <a:pt x="128270" y="454787"/>
                  </a:lnTo>
                  <a:lnTo>
                    <a:pt x="129794" y="453263"/>
                  </a:lnTo>
                  <a:lnTo>
                    <a:pt x="129921" y="453263"/>
                  </a:lnTo>
                  <a:lnTo>
                    <a:pt x="129921" y="452818"/>
                  </a:lnTo>
                  <a:lnTo>
                    <a:pt x="128524" y="453097"/>
                  </a:lnTo>
                  <a:lnTo>
                    <a:pt x="129882" y="452818"/>
                  </a:lnTo>
                  <a:lnTo>
                    <a:pt x="129921" y="452628"/>
                  </a:lnTo>
                  <a:lnTo>
                    <a:pt x="129921" y="452818"/>
                  </a:lnTo>
                  <a:lnTo>
                    <a:pt x="135064" y="451815"/>
                  </a:lnTo>
                  <a:lnTo>
                    <a:pt x="120396" y="488950"/>
                  </a:lnTo>
                  <a:lnTo>
                    <a:pt x="120269" y="488950"/>
                  </a:lnTo>
                  <a:lnTo>
                    <a:pt x="92583" y="571500"/>
                  </a:lnTo>
                  <a:lnTo>
                    <a:pt x="47688" y="695985"/>
                  </a:lnTo>
                  <a:lnTo>
                    <a:pt x="65773" y="695985"/>
                  </a:lnTo>
                  <a:lnTo>
                    <a:pt x="108839" y="576580"/>
                  </a:lnTo>
                  <a:lnTo>
                    <a:pt x="136652" y="494030"/>
                  </a:lnTo>
                  <a:lnTo>
                    <a:pt x="136525" y="495300"/>
                  </a:lnTo>
                  <a:lnTo>
                    <a:pt x="137020" y="494030"/>
                  </a:lnTo>
                  <a:lnTo>
                    <a:pt x="155041" y="448259"/>
                  </a:lnTo>
                  <a:lnTo>
                    <a:pt x="163410" y="446913"/>
                  </a:lnTo>
                  <a:lnTo>
                    <a:pt x="172974" y="445389"/>
                  </a:lnTo>
                  <a:lnTo>
                    <a:pt x="248119" y="428383"/>
                  </a:lnTo>
                  <a:lnTo>
                    <a:pt x="265303" y="424434"/>
                  </a:lnTo>
                  <a:lnTo>
                    <a:pt x="370459" y="401066"/>
                  </a:lnTo>
                  <a:lnTo>
                    <a:pt x="370217" y="401066"/>
                  </a:lnTo>
                  <a:lnTo>
                    <a:pt x="414274" y="389763"/>
                  </a:lnTo>
                  <a:lnTo>
                    <a:pt x="414540" y="389763"/>
                  </a:lnTo>
                  <a:lnTo>
                    <a:pt x="430555" y="384238"/>
                  </a:lnTo>
                  <a:lnTo>
                    <a:pt x="442595" y="380085"/>
                  </a:lnTo>
                  <a:lnTo>
                    <a:pt x="565785" y="819150"/>
                  </a:lnTo>
                  <a:lnTo>
                    <a:pt x="592709" y="915670"/>
                  </a:lnTo>
                  <a:lnTo>
                    <a:pt x="600837" y="942340"/>
                  </a:lnTo>
                  <a:lnTo>
                    <a:pt x="601853" y="944880"/>
                  </a:lnTo>
                  <a:lnTo>
                    <a:pt x="605155" y="946150"/>
                  </a:lnTo>
                  <a:lnTo>
                    <a:pt x="608330" y="946150"/>
                  </a:lnTo>
                  <a:lnTo>
                    <a:pt x="611632" y="944880"/>
                  </a:lnTo>
                  <a:lnTo>
                    <a:pt x="613664" y="942340"/>
                  </a:lnTo>
                  <a:close/>
                </a:path>
              </a:pathLst>
            </a:custGeom>
            <a:solidFill>
              <a:srgbClr val="E712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804161" y="5936996"/>
            <a:ext cx="1740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Mutually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Exclusive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8829" y="3693921"/>
            <a:ext cx="1867408" cy="182473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11897" y="3797553"/>
            <a:ext cx="3296920" cy="182473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205978" y="5936996"/>
            <a:ext cx="2110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Mutually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Exclusive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Mutually</a:t>
            </a:r>
            <a:r>
              <a:rPr spc="-110" dirty="0"/>
              <a:t> </a:t>
            </a:r>
            <a:r>
              <a:rPr dirty="0"/>
              <a:t>Exclusive</a:t>
            </a:r>
            <a:r>
              <a:rPr spc="-90" dirty="0"/>
              <a:t> </a:t>
            </a:r>
            <a:r>
              <a:rPr dirty="0"/>
              <a:t>and</a:t>
            </a:r>
            <a:r>
              <a:rPr spc="-95" dirty="0"/>
              <a:t> </a:t>
            </a:r>
            <a:r>
              <a:rPr dirty="0"/>
              <a:t>Exhaustive</a:t>
            </a:r>
            <a:r>
              <a:rPr spc="-85" dirty="0"/>
              <a:t> </a:t>
            </a:r>
            <a:r>
              <a:rPr spc="-10" dirty="0"/>
              <a:t>events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0980" y="1717928"/>
            <a:ext cx="3206750" cy="1781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Mutually</a:t>
            </a:r>
            <a:r>
              <a:rPr sz="1800" b="1" spc="-15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exclusive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050"/>
              </a:lnSpc>
              <a:spcBef>
                <a:spcPts val="1725"/>
              </a:spcBef>
            </a:pPr>
            <a:r>
              <a:rPr sz="1800" dirty="0">
                <a:latin typeface="Tahoma"/>
                <a:cs typeface="Tahoma"/>
              </a:rPr>
              <a:t>Event: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Dice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(36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sample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spaces)</a:t>
            </a: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ts val="1945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Event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A: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P(at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least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one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5)</a:t>
            </a: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ts val="2055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Event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B: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P(sum&lt;4)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sz="1800" dirty="0">
                <a:latin typeface="Tahoma"/>
                <a:cs typeface="Tahoma"/>
              </a:rPr>
              <a:t>Mutually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exclusive?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21994" y="3693921"/>
            <a:ext cx="1867535" cy="1824989"/>
            <a:chOff x="1221994" y="3693921"/>
            <a:chExt cx="1867535" cy="1824989"/>
          </a:xfrm>
        </p:grpSpPr>
        <p:sp>
          <p:nvSpPr>
            <p:cNvPr id="5" name="object 5"/>
            <p:cNvSpPr/>
            <p:nvPr/>
          </p:nvSpPr>
          <p:spPr>
            <a:xfrm>
              <a:off x="1228344" y="3700271"/>
              <a:ext cx="1854835" cy="1812289"/>
            </a:xfrm>
            <a:custGeom>
              <a:avLst/>
              <a:gdLst/>
              <a:ahLst/>
              <a:cxnLst/>
              <a:rect l="l" t="t" r="r" b="b"/>
              <a:pathLst>
                <a:path w="1854835" h="1812289">
                  <a:moveTo>
                    <a:pt x="0" y="906017"/>
                  </a:moveTo>
                  <a:lnTo>
                    <a:pt x="1285" y="857900"/>
                  </a:lnTo>
                  <a:lnTo>
                    <a:pt x="5098" y="810436"/>
                  </a:lnTo>
                  <a:lnTo>
                    <a:pt x="11375" y="763690"/>
                  </a:lnTo>
                  <a:lnTo>
                    <a:pt x="20053" y="717722"/>
                  </a:lnTo>
                  <a:lnTo>
                    <a:pt x="31065" y="672597"/>
                  </a:lnTo>
                  <a:lnTo>
                    <a:pt x="44350" y="628376"/>
                  </a:lnTo>
                  <a:lnTo>
                    <a:pt x="59842" y="585122"/>
                  </a:lnTo>
                  <a:lnTo>
                    <a:pt x="77478" y="542898"/>
                  </a:lnTo>
                  <a:lnTo>
                    <a:pt x="97193" y="501767"/>
                  </a:lnTo>
                  <a:lnTo>
                    <a:pt x="118924" y="461791"/>
                  </a:lnTo>
                  <a:lnTo>
                    <a:pt x="142606" y="423032"/>
                  </a:lnTo>
                  <a:lnTo>
                    <a:pt x="168175" y="385554"/>
                  </a:lnTo>
                  <a:lnTo>
                    <a:pt x="195568" y="349418"/>
                  </a:lnTo>
                  <a:lnTo>
                    <a:pt x="224719" y="314689"/>
                  </a:lnTo>
                  <a:lnTo>
                    <a:pt x="255566" y="281427"/>
                  </a:lnTo>
                  <a:lnTo>
                    <a:pt x="288044" y="249696"/>
                  </a:lnTo>
                  <a:lnTo>
                    <a:pt x="322088" y="219558"/>
                  </a:lnTo>
                  <a:lnTo>
                    <a:pt x="357635" y="191076"/>
                  </a:lnTo>
                  <a:lnTo>
                    <a:pt x="394621" y="164313"/>
                  </a:lnTo>
                  <a:lnTo>
                    <a:pt x="432982" y="139332"/>
                  </a:lnTo>
                  <a:lnTo>
                    <a:pt x="472653" y="116194"/>
                  </a:lnTo>
                  <a:lnTo>
                    <a:pt x="513571" y="94962"/>
                  </a:lnTo>
                  <a:lnTo>
                    <a:pt x="555672" y="75699"/>
                  </a:lnTo>
                  <a:lnTo>
                    <a:pt x="598890" y="58469"/>
                  </a:lnTo>
                  <a:lnTo>
                    <a:pt x="643163" y="43332"/>
                  </a:lnTo>
                  <a:lnTo>
                    <a:pt x="688426" y="30353"/>
                  </a:lnTo>
                  <a:lnTo>
                    <a:pt x="734616" y="19592"/>
                  </a:lnTo>
                  <a:lnTo>
                    <a:pt x="781667" y="11114"/>
                  </a:lnTo>
                  <a:lnTo>
                    <a:pt x="829517" y="4981"/>
                  </a:lnTo>
                  <a:lnTo>
                    <a:pt x="878100" y="1255"/>
                  </a:lnTo>
                  <a:lnTo>
                    <a:pt x="927354" y="0"/>
                  </a:lnTo>
                  <a:lnTo>
                    <a:pt x="976607" y="1255"/>
                  </a:lnTo>
                  <a:lnTo>
                    <a:pt x="1025190" y="4981"/>
                  </a:lnTo>
                  <a:lnTo>
                    <a:pt x="1073040" y="11114"/>
                  </a:lnTo>
                  <a:lnTo>
                    <a:pt x="1120091" y="19592"/>
                  </a:lnTo>
                  <a:lnTo>
                    <a:pt x="1166281" y="30353"/>
                  </a:lnTo>
                  <a:lnTo>
                    <a:pt x="1211544" y="43332"/>
                  </a:lnTo>
                  <a:lnTo>
                    <a:pt x="1255817" y="58469"/>
                  </a:lnTo>
                  <a:lnTo>
                    <a:pt x="1299035" y="75699"/>
                  </a:lnTo>
                  <a:lnTo>
                    <a:pt x="1341136" y="94962"/>
                  </a:lnTo>
                  <a:lnTo>
                    <a:pt x="1382054" y="116194"/>
                  </a:lnTo>
                  <a:lnTo>
                    <a:pt x="1421725" y="139332"/>
                  </a:lnTo>
                  <a:lnTo>
                    <a:pt x="1460086" y="164313"/>
                  </a:lnTo>
                  <a:lnTo>
                    <a:pt x="1497072" y="191076"/>
                  </a:lnTo>
                  <a:lnTo>
                    <a:pt x="1532619" y="219558"/>
                  </a:lnTo>
                  <a:lnTo>
                    <a:pt x="1566663" y="249696"/>
                  </a:lnTo>
                  <a:lnTo>
                    <a:pt x="1599141" y="281427"/>
                  </a:lnTo>
                  <a:lnTo>
                    <a:pt x="1629988" y="314689"/>
                  </a:lnTo>
                  <a:lnTo>
                    <a:pt x="1659139" y="349418"/>
                  </a:lnTo>
                  <a:lnTo>
                    <a:pt x="1686532" y="385554"/>
                  </a:lnTo>
                  <a:lnTo>
                    <a:pt x="1712101" y="423032"/>
                  </a:lnTo>
                  <a:lnTo>
                    <a:pt x="1735783" y="461791"/>
                  </a:lnTo>
                  <a:lnTo>
                    <a:pt x="1757514" y="501767"/>
                  </a:lnTo>
                  <a:lnTo>
                    <a:pt x="1777229" y="542898"/>
                  </a:lnTo>
                  <a:lnTo>
                    <a:pt x="1794865" y="585122"/>
                  </a:lnTo>
                  <a:lnTo>
                    <a:pt x="1810357" y="628376"/>
                  </a:lnTo>
                  <a:lnTo>
                    <a:pt x="1823642" y="672597"/>
                  </a:lnTo>
                  <a:lnTo>
                    <a:pt x="1834654" y="717722"/>
                  </a:lnTo>
                  <a:lnTo>
                    <a:pt x="1843332" y="763690"/>
                  </a:lnTo>
                  <a:lnTo>
                    <a:pt x="1849609" y="810436"/>
                  </a:lnTo>
                  <a:lnTo>
                    <a:pt x="1853422" y="857900"/>
                  </a:lnTo>
                  <a:lnTo>
                    <a:pt x="1854708" y="906017"/>
                  </a:lnTo>
                  <a:lnTo>
                    <a:pt x="1853422" y="954135"/>
                  </a:lnTo>
                  <a:lnTo>
                    <a:pt x="1849609" y="1001599"/>
                  </a:lnTo>
                  <a:lnTo>
                    <a:pt x="1843332" y="1048345"/>
                  </a:lnTo>
                  <a:lnTo>
                    <a:pt x="1834654" y="1094313"/>
                  </a:lnTo>
                  <a:lnTo>
                    <a:pt x="1823642" y="1139438"/>
                  </a:lnTo>
                  <a:lnTo>
                    <a:pt x="1810357" y="1183659"/>
                  </a:lnTo>
                  <a:lnTo>
                    <a:pt x="1794865" y="1226913"/>
                  </a:lnTo>
                  <a:lnTo>
                    <a:pt x="1777229" y="1269137"/>
                  </a:lnTo>
                  <a:lnTo>
                    <a:pt x="1757514" y="1310268"/>
                  </a:lnTo>
                  <a:lnTo>
                    <a:pt x="1735783" y="1350244"/>
                  </a:lnTo>
                  <a:lnTo>
                    <a:pt x="1712101" y="1389003"/>
                  </a:lnTo>
                  <a:lnTo>
                    <a:pt x="1686532" y="1426481"/>
                  </a:lnTo>
                  <a:lnTo>
                    <a:pt x="1659139" y="1462617"/>
                  </a:lnTo>
                  <a:lnTo>
                    <a:pt x="1629988" y="1497346"/>
                  </a:lnTo>
                  <a:lnTo>
                    <a:pt x="1599141" y="1530608"/>
                  </a:lnTo>
                  <a:lnTo>
                    <a:pt x="1566663" y="1562339"/>
                  </a:lnTo>
                  <a:lnTo>
                    <a:pt x="1532619" y="1592477"/>
                  </a:lnTo>
                  <a:lnTo>
                    <a:pt x="1497072" y="1620959"/>
                  </a:lnTo>
                  <a:lnTo>
                    <a:pt x="1460086" y="1647722"/>
                  </a:lnTo>
                  <a:lnTo>
                    <a:pt x="1421725" y="1672703"/>
                  </a:lnTo>
                  <a:lnTo>
                    <a:pt x="1382054" y="1695841"/>
                  </a:lnTo>
                  <a:lnTo>
                    <a:pt x="1341136" y="1717073"/>
                  </a:lnTo>
                  <a:lnTo>
                    <a:pt x="1299035" y="1736336"/>
                  </a:lnTo>
                  <a:lnTo>
                    <a:pt x="1255817" y="1753566"/>
                  </a:lnTo>
                  <a:lnTo>
                    <a:pt x="1211544" y="1768703"/>
                  </a:lnTo>
                  <a:lnTo>
                    <a:pt x="1166281" y="1781682"/>
                  </a:lnTo>
                  <a:lnTo>
                    <a:pt x="1120091" y="1792443"/>
                  </a:lnTo>
                  <a:lnTo>
                    <a:pt x="1073040" y="1800921"/>
                  </a:lnTo>
                  <a:lnTo>
                    <a:pt x="1025190" y="1807054"/>
                  </a:lnTo>
                  <a:lnTo>
                    <a:pt x="976607" y="1810780"/>
                  </a:lnTo>
                  <a:lnTo>
                    <a:pt x="927354" y="1812036"/>
                  </a:lnTo>
                  <a:lnTo>
                    <a:pt x="878100" y="1810780"/>
                  </a:lnTo>
                  <a:lnTo>
                    <a:pt x="829517" y="1807054"/>
                  </a:lnTo>
                  <a:lnTo>
                    <a:pt x="781667" y="1800921"/>
                  </a:lnTo>
                  <a:lnTo>
                    <a:pt x="734616" y="1792443"/>
                  </a:lnTo>
                  <a:lnTo>
                    <a:pt x="688426" y="1781682"/>
                  </a:lnTo>
                  <a:lnTo>
                    <a:pt x="643163" y="1768703"/>
                  </a:lnTo>
                  <a:lnTo>
                    <a:pt x="598890" y="1753566"/>
                  </a:lnTo>
                  <a:lnTo>
                    <a:pt x="555672" y="1736336"/>
                  </a:lnTo>
                  <a:lnTo>
                    <a:pt x="513571" y="1717073"/>
                  </a:lnTo>
                  <a:lnTo>
                    <a:pt x="472653" y="1695841"/>
                  </a:lnTo>
                  <a:lnTo>
                    <a:pt x="432982" y="1672703"/>
                  </a:lnTo>
                  <a:lnTo>
                    <a:pt x="394621" y="1647722"/>
                  </a:lnTo>
                  <a:lnTo>
                    <a:pt x="357635" y="1620959"/>
                  </a:lnTo>
                  <a:lnTo>
                    <a:pt x="322088" y="1592477"/>
                  </a:lnTo>
                  <a:lnTo>
                    <a:pt x="288044" y="1562339"/>
                  </a:lnTo>
                  <a:lnTo>
                    <a:pt x="255566" y="1530608"/>
                  </a:lnTo>
                  <a:lnTo>
                    <a:pt x="224719" y="1497346"/>
                  </a:lnTo>
                  <a:lnTo>
                    <a:pt x="195568" y="1462617"/>
                  </a:lnTo>
                  <a:lnTo>
                    <a:pt x="168175" y="1426481"/>
                  </a:lnTo>
                  <a:lnTo>
                    <a:pt x="142606" y="1389003"/>
                  </a:lnTo>
                  <a:lnTo>
                    <a:pt x="118924" y="1350244"/>
                  </a:lnTo>
                  <a:lnTo>
                    <a:pt x="97193" y="1310268"/>
                  </a:lnTo>
                  <a:lnTo>
                    <a:pt x="77478" y="1269137"/>
                  </a:lnTo>
                  <a:lnTo>
                    <a:pt x="59842" y="1226913"/>
                  </a:lnTo>
                  <a:lnTo>
                    <a:pt x="44350" y="1183659"/>
                  </a:lnTo>
                  <a:lnTo>
                    <a:pt x="31065" y="1139438"/>
                  </a:lnTo>
                  <a:lnTo>
                    <a:pt x="20053" y="1094313"/>
                  </a:lnTo>
                  <a:lnTo>
                    <a:pt x="11375" y="1048345"/>
                  </a:lnTo>
                  <a:lnTo>
                    <a:pt x="5098" y="1001599"/>
                  </a:lnTo>
                  <a:lnTo>
                    <a:pt x="1285" y="954135"/>
                  </a:lnTo>
                  <a:lnTo>
                    <a:pt x="0" y="906017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45945" y="4123689"/>
              <a:ext cx="614045" cy="946150"/>
            </a:xfrm>
            <a:custGeom>
              <a:avLst/>
              <a:gdLst/>
              <a:ahLst/>
              <a:cxnLst/>
              <a:rect l="l" t="t" r="r" b="b"/>
              <a:pathLst>
                <a:path w="614044" h="946150">
                  <a:moveTo>
                    <a:pt x="65328" y="697230"/>
                  </a:moveTo>
                  <a:lnTo>
                    <a:pt x="47244" y="697230"/>
                  </a:lnTo>
                  <a:lnTo>
                    <a:pt x="46951" y="697230"/>
                  </a:lnTo>
                  <a:lnTo>
                    <a:pt x="44958" y="701040"/>
                  </a:lnTo>
                  <a:lnTo>
                    <a:pt x="38862" y="715010"/>
                  </a:lnTo>
                  <a:lnTo>
                    <a:pt x="39116" y="713740"/>
                  </a:lnTo>
                  <a:lnTo>
                    <a:pt x="35941" y="720090"/>
                  </a:lnTo>
                  <a:lnTo>
                    <a:pt x="32639" y="725170"/>
                  </a:lnTo>
                  <a:lnTo>
                    <a:pt x="33020" y="725170"/>
                  </a:lnTo>
                  <a:lnTo>
                    <a:pt x="29464" y="730250"/>
                  </a:lnTo>
                  <a:lnTo>
                    <a:pt x="27940" y="732790"/>
                  </a:lnTo>
                  <a:lnTo>
                    <a:pt x="27051" y="734060"/>
                  </a:lnTo>
                  <a:lnTo>
                    <a:pt x="27762" y="732929"/>
                  </a:lnTo>
                  <a:lnTo>
                    <a:pt x="24803" y="735330"/>
                  </a:lnTo>
                  <a:lnTo>
                    <a:pt x="23622" y="736600"/>
                  </a:lnTo>
                  <a:lnTo>
                    <a:pt x="23368" y="736600"/>
                  </a:lnTo>
                  <a:lnTo>
                    <a:pt x="21082" y="737870"/>
                  </a:lnTo>
                  <a:lnTo>
                    <a:pt x="20828" y="737870"/>
                  </a:lnTo>
                  <a:lnTo>
                    <a:pt x="20066" y="739038"/>
                  </a:lnTo>
                  <a:lnTo>
                    <a:pt x="19926" y="739203"/>
                  </a:lnTo>
                  <a:lnTo>
                    <a:pt x="22352" y="737870"/>
                  </a:lnTo>
                  <a:lnTo>
                    <a:pt x="19989" y="739203"/>
                  </a:lnTo>
                  <a:lnTo>
                    <a:pt x="19735" y="739203"/>
                  </a:lnTo>
                  <a:lnTo>
                    <a:pt x="18592" y="739203"/>
                  </a:lnTo>
                  <a:lnTo>
                    <a:pt x="16891" y="740410"/>
                  </a:lnTo>
                  <a:lnTo>
                    <a:pt x="16129" y="740410"/>
                  </a:lnTo>
                  <a:lnTo>
                    <a:pt x="13335" y="741680"/>
                  </a:lnTo>
                  <a:lnTo>
                    <a:pt x="8636" y="741680"/>
                  </a:lnTo>
                  <a:lnTo>
                    <a:pt x="4191" y="742950"/>
                  </a:lnTo>
                  <a:lnTo>
                    <a:pt x="1778" y="745490"/>
                  </a:lnTo>
                  <a:lnTo>
                    <a:pt x="889" y="748030"/>
                  </a:lnTo>
                  <a:lnTo>
                    <a:pt x="0" y="751840"/>
                  </a:lnTo>
                  <a:lnTo>
                    <a:pt x="889" y="754380"/>
                  </a:lnTo>
                  <a:lnTo>
                    <a:pt x="5207" y="759460"/>
                  </a:lnTo>
                  <a:lnTo>
                    <a:pt x="14224" y="759460"/>
                  </a:lnTo>
                  <a:lnTo>
                    <a:pt x="15621" y="758190"/>
                  </a:lnTo>
                  <a:lnTo>
                    <a:pt x="17018" y="758190"/>
                  </a:lnTo>
                  <a:lnTo>
                    <a:pt x="20320" y="756920"/>
                  </a:lnTo>
                  <a:lnTo>
                    <a:pt x="22098" y="756920"/>
                  </a:lnTo>
                  <a:lnTo>
                    <a:pt x="22860" y="756920"/>
                  </a:lnTo>
                  <a:lnTo>
                    <a:pt x="24638" y="755650"/>
                  </a:lnTo>
                  <a:lnTo>
                    <a:pt x="23787" y="756081"/>
                  </a:lnTo>
                  <a:lnTo>
                    <a:pt x="24257" y="755650"/>
                  </a:lnTo>
                  <a:lnTo>
                    <a:pt x="24638" y="755650"/>
                  </a:lnTo>
                  <a:lnTo>
                    <a:pt x="26035" y="755650"/>
                  </a:lnTo>
                  <a:lnTo>
                    <a:pt x="27559" y="754380"/>
                  </a:lnTo>
                  <a:lnTo>
                    <a:pt x="28448" y="754380"/>
                  </a:lnTo>
                  <a:lnTo>
                    <a:pt x="29591" y="753110"/>
                  </a:lnTo>
                  <a:lnTo>
                    <a:pt x="28575" y="754380"/>
                  </a:lnTo>
                  <a:lnTo>
                    <a:pt x="30099" y="753110"/>
                  </a:lnTo>
                  <a:lnTo>
                    <a:pt x="32258" y="751840"/>
                  </a:lnTo>
                  <a:lnTo>
                    <a:pt x="32512" y="751840"/>
                  </a:lnTo>
                  <a:lnTo>
                    <a:pt x="33655" y="750570"/>
                  </a:lnTo>
                  <a:lnTo>
                    <a:pt x="34798" y="749300"/>
                  </a:lnTo>
                  <a:lnTo>
                    <a:pt x="35687" y="749300"/>
                  </a:lnTo>
                  <a:lnTo>
                    <a:pt x="36957" y="748030"/>
                  </a:lnTo>
                  <a:lnTo>
                    <a:pt x="40259" y="744220"/>
                  </a:lnTo>
                  <a:lnTo>
                    <a:pt x="41148" y="742950"/>
                  </a:lnTo>
                  <a:lnTo>
                    <a:pt x="43688" y="740410"/>
                  </a:lnTo>
                  <a:lnTo>
                    <a:pt x="43815" y="740410"/>
                  </a:lnTo>
                  <a:lnTo>
                    <a:pt x="45948" y="736600"/>
                  </a:lnTo>
                  <a:lnTo>
                    <a:pt x="47371" y="734060"/>
                  </a:lnTo>
                  <a:lnTo>
                    <a:pt x="47752" y="734060"/>
                  </a:lnTo>
                  <a:lnTo>
                    <a:pt x="51054" y="727710"/>
                  </a:lnTo>
                  <a:lnTo>
                    <a:pt x="54229" y="722630"/>
                  </a:lnTo>
                  <a:lnTo>
                    <a:pt x="54610" y="721360"/>
                  </a:lnTo>
                  <a:lnTo>
                    <a:pt x="57594" y="715010"/>
                  </a:lnTo>
                  <a:lnTo>
                    <a:pt x="60579" y="708660"/>
                  </a:lnTo>
                  <a:lnTo>
                    <a:pt x="63119" y="703580"/>
                  </a:lnTo>
                  <a:lnTo>
                    <a:pt x="63500" y="702310"/>
                  </a:lnTo>
                  <a:lnTo>
                    <a:pt x="65328" y="697230"/>
                  </a:lnTo>
                  <a:close/>
                </a:path>
                <a:path w="614044" h="946150">
                  <a:moveTo>
                    <a:pt x="321602" y="11430"/>
                  </a:moveTo>
                  <a:lnTo>
                    <a:pt x="321348" y="11645"/>
                  </a:lnTo>
                  <a:lnTo>
                    <a:pt x="321310" y="12547"/>
                  </a:lnTo>
                  <a:lnTo>
                    <a:pt x="321538" y="11645"/>
                  </a:lnTo>
                  <a:lnTo>
                    <a:pt x="321602" y="11430"/>
                  </a:lnTo>
                  <a:close/>
                </a:path>
                <a:path w="614044" h="946150">
                  <a:moveTo>
                    <a:pt x="322326" y="8890"/>
                  </a:moveTo>
                  <a:lnTo>
                    <a:pt x="321310" y="10160"/>
                  </a:lnTo>
                  <a:lnTo>
                    <a:pt x="321348" y="11645"/>
                  </a:lnTo>
                  <a:lnTo>
                    <a:pt x="321678" y="11137"/>
                  </a:lnTo>
                  <a:lnTo>
                    <a:pt x="321945" y="10160"/>
                  </a:lnTo>
                  <a:lnTo>
                    <a:pt x="322326" y="8890"/>
                  </a:lnTo>
                  <a:close/>
                </a:path>
                <a:path w="614044" h="946150">
                  <a:moveTo>
                    <a:pt x="338480" y="19380"/>
                  </a:moveTo>
                  <a:lnTo>
                    <a:pt x="338328" y="19050"/>
                  </a:lnTo>
                  <a:lnTo>
                    <a:pt x="338074" y="19050"/>
                  </a:lnTo>
                  <a:lnTo>
                    <a:pt x="338480" y="19380"/>
                  </a:lnTo>
                  <a:close/>
                </a:path>
                <a:path w="614044" h="946150">
                  <a:moveTo>
                    <a:pt x="613664" y="942340"/>
                  </a:moveTo>
                  <a:lnTo>
                    <a:pt x="581787" y="815340"/>
                  </a:lnTo>
                  <a:lnTo>
                    <a:pt x="380873" y="95250"/>
                  </a:lnTo>
                  <a:lnTo>
                    <a:pt x="364998" y="40640"/>
                  </a:lnTo>
                  <a:lnTo>
                    <a:pt x="364744" y="39370"/>
                  </a:lnTo>
                  <a:lnTo>
                    <a:pt x="357936" y="21590"/>
                  </a:lnTo>
                  <a:lnTo>
                    <a:pt x="357085" y="19380"/>
                  </a:lnTo>
                  <a:lnTo>
                    <a:pt x="356971" y="19050"/>
                  </a:lnTo>
                  <a:lnTo>
                    <a:pt x="356743" y="19050"/>
                  </a:lnTo>
                  <a:lnTo>
                    <a:pt x="338709" y="19050"/>
                  </a:lnTo>
                  <a:lnTo>
                    <a:pt x="338455" y="19050"/>
                  </a:lnTo>
                  <a:lnTo>
                    <a:pt x="338480" y="19380"/>
                  </a:lnTo>
                  <a:lnTo>
                    <a:pt x="338836" y="20320"/>
                  </a:lnTo>
                  <a:lnTo>
                    <a:pt x="339344" y="21590"/>
                  </a:lnTo>
                  <a:lnTo>
                    <a:pt x="339598" y="21590"/>
                  </a:lnTo>
                  <a:lnTo>
                    <a:pt x="339979" y="22860"/>
                  </a:lnTo>
                  <a:lnTo>
                    <a:pt x="340233" y="24130"/>
                  </a:lnTo>
                  <a:lnTo>
                    <a:pt x="348361" y="45720"/>
                  </a:lnTo>
                  <a:lnTo>
                    <a:pt x="355460" y="70104"/>
                  </a:lnTo>
                  <a:lnTo>
                    <a:pt x="364109" y="100330"/>
                  </a:lnTo>
                  <a:lnTo>
                    <a:pt x="439051" y="367474"/>
                  </a:lnTo>
                  <a:lnTo>
                    <a:pt x="410464" y="372872"/>
                  </a:lnTo>
                  <a:lnTo>
                    <a:pt x="364680" y="384619"/>
                  </a:lnTo>
                  <a:lnTo>
                    <a:pt x="366395" y="384238"/>
                  </a:lnTo>
                  <a:lnTo>
                    <a:pt x="168249" y="428688"/>
                  </a:lnTo>
                  <a:lnTo>
                    <a:pt x="170294" y="428383"/>
                  </a:lnTo>
                  <a:lnTo>
                    <a:pt x="162382" y="429602"/>
                  </a:lnTo>
                  <a:lnTo>
                    <a:pt x="217043" y="290830"/>
                  </a:lnTo>
                  <a:lnTo>
                    <a:pt x="288163" y="111760"/>
                  </a:lnTo>
                  <a:lnTo>
                    <a:pt x="289941" y="106680"/>
                  </a:lnTo>
                  <a:lnTo>
                    <a:pt x="293497" y="96520"/>
                  </a:lnTo>
                  <a:lnTo>
                    <a:pt x="293243" y="97790"/>
                  </a:lnTo>
                  <a:lnTo>
                    <a:pt x="293789" y="96520"/>
                  </a:lnTo>
                  <a:lnTo>
                    <a:pt x="300799" y="80352"/>
                  </a:lnTo>
                  <a:lnTo>
                    <a:pt x="306578" y="68580"/>
                  </a:lnTo>
                  <a:lnTo>
                    <a:pt x="306324" y="68580"/>
                  </a:lnTo>
                  <a:lnTo>
                    <a:pt x="313944" y="54610"/>
                  </a:lnTo>
                  <a:lnTo>
                    <a:pt x="313563" y="55880"/>
                  </a:lnTo>
                  <a:lnTo>
                    <a:pt x="314363" y="54610"/>
                  </a:lnTo>
                  <a:lnTo>
                    <a:pt x="336931" y="19050"/>
                  </a:lnTo>
                  <a:lnTo>
                    <a:pt x="336550" y="19050"/>
                  </a:lnTo>
                  <a:lnTo>
                    <a:pt x="336664" y="17983"/>
                  </a:lnTo>
                  <a:lnTo>
                    <a:pt x="336410" y="18453"/>
                  </a:lnTo>
                  <a:lnTo>
                    <a:pt x="336169" y="19050"/>
                  </a:lnTo>
                  <a:lnTo>
                    <a:pt x="336588" y="17983"/>
                  </a:lnTo>
                  <a:lnTo>
                    <a:pt x="337718" y="17983"/>
                  </a:lnTo>
                  <a:lnTo>
                    <a:pt x="338023" y="18453"/>
                  </a:lnTo>
                  <a:lnTo>
                    <a:pt x="338366" y="18453"/>
                  </a:lnTo>
                  <a:lnTo>
                    <a:pt x="356616" y="18453"/>
                  </a:lnTo>
                  <a:lnTo>
                    <a:pt x="356527" y="17983"/>
                  </a:lnTo>
                  <a:lnTo>
                    <a:pt x="356209" y="15925"/>
                  </a:lnTo>
                  <a:lnTo>
                    <a:pt x="356184" y="15735"/>
                  </a:lnTo>
                  <a:lnTo>
                    <a:pt x="355600" y="13970"/>
                  </a:lnTo>
                  <a:lnTo>
                    <a:pt x="355219" y="13042"/>
                  </a:lnTo>
                  <a:lnTo>
                    <a:pt x="355092" y="12738"/>
                  </a:lnTo>
                  <a:lnTo>
                    <a:pt x="354025" y="11645"/>
                  </a:lnTo>
                  <a:lnTo>
                    <a:pt x="354241" y="12471"/>
                  </a:lnTo>
                  <a:lnTo>
                    <a:pt x="353898" y="11645"/>
                  </a:lnTo>
                  <a:lnTo>
                    <a:pt x="353822" y="11430"/>
                  </a:lnTo>
                  <a:lnTo>
                    <a:pt x="353568" y="11430"/>
                  </a:lnTo>
                  <a:lnTo>
                    <a:pt x="353364" y="11137"/>
                  </a:lnTo>
                  <a:lnTo>
                    <a:pt x="353225" y="11137"/>
                  </a:lnTo>
                  <a:lnTo>
                    <a:pt x="353314" y="11430"/>
                  </a:lnTo>
                  <a:lnTo>
                    <a:pt x="352628" y="10160"/>
                  </a:lnTo>
                  <a:lnTo>
                    <a:pt x="352120" y="9232"/>
                  </a:lnTo>
                  <a:lnTo>
                    <a:pt x="352755" y="10210"/>
                  </a:lnTo>
                  <a:lnTo>
                    <a:pt x="353225" y="11137"/>
                  </a:lnTo>
                  <a:lnTo>
                    <a:pt x="353098" y="10744"/>
                  </a:lnTo>
                  <a:lnTo>
                    <a:pt x="352933" y="10160"/>
                  </a:lnTo>
                  <a:lnTo>
                    <a:pt x="350901" y="6350"/>
                  </a:lnTo>
                  <a:lnTo>
                    <a:pt x="351028" y="7620"/>
                  </a:lnTo>
                  <a:lnTo>
                    <a:pt x="350774" y="6350"/>
                  </a:lnTo>
                  <a:lnTo>
                    <a:pt x="349504" y="5080"/>
                  </a:lnTo>
                  <a:lnTo>
                    <a:pt x="350901" y="6350"/>
                  </a:lnTo>
                  <a:lnTo>
                    <a:pt x="349885" y="5080"/>
                  </a:lnTo>
                  <a:lnTo>
                    <a:pt x="348488" y="3810"/>
                  </a:lnTo>
                  <a:lnTo>
                    <a:pt x="348361" y="3810"/>
                  </a:lnTo>
                  <a:lnTo>
                    <a:pt x="347599" y="3810"/>
                  </a:lnTo>
                  <a:lnTo>
                    <a:pt x="346646" y="2882"/>
                  </a:lnTo>
                  <a:lnTo>
                    <a:pt x="348361" y="3810"/>
                  </a:lnTo>
                  <a:lnTo>
                    <a:pt x="348297" y="3670"/>
                  </a:lnTo>
                  <a:lnTo>
                    <a:pt x="346837" y="2540"/>
                  </a:lnTo>
                  <a:lnTo>
                    <a:pt x="346329" y="2540"/>
                  </a:lnTo>
                  <a:lnTo>
                    <a:pt x="345313" y="1270"/>
                  </a:lnTo>
                  <a:lnTo>
                    <a:pt x="343662" y="1270"/>
                  </a:lnTo>
                  <a:lnTo>
                    <a:pt x="342900" y="0"/>
                  </a:lnTo>
                  <a:lnTo>
                    <a:pt x="340042" y="0"/>
                  </a:lnTo>
                  <a:lnTo>
                    <a:pt x="340042" y="16014"/>
                  </a:lnTo>
                  <a:lnTo>
                    <a:pt x="339293" y="16332"/>
                  </a:lnTo>
                  <a:lnTo>
                    <a:pt x="338607" y="17284"/>
                  </a:lnTo>
                  <a:lnTo>
                    <a:pt x="338505" y="17411"/>
                  </a:lnTo>
                  <a:lnTo>
                    <a:pt x="339242" y="16344"/>
                  </a:lnTo>
                  <a:lnTo>
                    <a:pt x="339369" y="16230"/>
                  </a:lnTo>
                  <a:lnTo>
                    <a:pt x="340042" y="16014"/>
                  </a:lnTo>
                  <a:lnTo>
                    <a:pt x="340042" y="0"/>
                  </a:lnTo>
                  <a:lnTo>
                    <a:pt x="339725" y="0"/>
                  </a:lnTo>
                  <a:lnTo>
                    <a:pt x="339725" y="15735"/>
                  </a:lnTo>
                  <a:lnTo>
                    <a:pt x="339382" y="16205"/>
                  </a:lnTo>
                  <a:lnTo>
                    <a:pt x="339572" y="15925"/>
                  </a:lnTo>
                  <a:lnTo>
                    <a:pt x="338759" y="16395"/>
                  </a:lnTo>
                  <a:lnTo>
                    <a:pt x="338607" y="16459"/>
                  </a:lnTo>
                  <a:lnTo>
                    <a:pt x="338239" y="16700"/>
                  </a:lnTo>
                  <a:lnTo>
                    <a:pt x="338277" y="16560"/>
                  </a:lnTo>
                  <a:lnTo>
                    <a:pt x="338455" y="15938"/>
                  </a:lnTo>
                  <a:lnTo>
                    <a:pt x="338937" y="15735"/>
                  </a:lnTo>
                  <a:lnTo>
                    <a:pt x="339064" y="15735"/>
                  </a:lnTo>
                  <a:lnTo>
                    <a:pt x="338594" y="15925"/>
                  </a:lnTo>
                  <a:lnTo>
                    <a:pt x="339178" y="15925"/>
                  </a:lnTo>
                  <a:lnTo>
                    <a:pt x="339509" y="15925"/>
                  </a:lnTo>
                  <a:lnTo>
                    <a:pt x="339725" y="15735"/>
                  </a:lnTo>
                  <a:lnTo>
                    <a:pt x="339725" y="0"/>
                  </a:lnTo>
                  <a:lnTo>
                    <a:pt x="338696" y="0"/>
                  </a:lnTo>
                  <a:lnTo>
                    <a:pt x="338696" y="12738"/>
                  </a:lnTo>
                  <a:lnTo>
                    <a:pt x="338632" y="13055"/>
                  </a:lnTo>
                  <a:lnTo>
                    <a:pt x="338201" y="13970"/>
                  </a:lnTo>
                  <a:lnTo>
                    <a:pt x="338124" y="14325"/>
                  </a:lnTo>
                  <a:lnTo>
                    <a:pt x="338289" y="13970"/>
                  </a:lnTo>
                  <a:lnTo>
                    <a:pt x="338010" y="14884"/>
                  </a:lnTo>
                  <a:lnTo>
                    <a:pt x="337845" y="15735"/>
                  </a:lnTo>
                  <a:lnTo>
                    <a:pt x="337807" y="15925"/>
                  </a:lnTo>
                  <a:lnTo>
                    <a:pt x="337705" y="16243"/>
                  </a:lnTo>
                  <a:lnTo>
                    <a:pt x="337553" y="16776"/>
                  </a:lnTo>
                  <a:lnTo>
                    <a:pt x="337616" y="16294"/>
                  </a:lnTo>
                  <a:lnTo>
                    <a:pt x="337705" y="15925"/>
                  </a:lnTo>
                  <a:lnTo>
                    <a:pt x="337350" y="16078"/>
                  </a:lnTo>
                  <a:lnTo>
                    <a:pt x="337070" y="16192"/>
                  </a:lnTo>
                  <a:lnTo>
                    <a:pt x="336816" y="15735"/>
                  </a:lnTo>
                  <a:lnTo>
                    <a:pt x="336753" y="15925"/>
                  </a:lnTo>
                  <a:lnTo>
                    <a:pt x="336613" y="15925"/>
                  </a:lnTo>
                  <a:lnTo>
                    <a:pt x="336791" y="16268"/>
                  </a:lnTo>
                  <a:lnTo>
                    <a:pt x="336003" y="15735"/>
                  </a:lnTo>
                  <a:lnTo>
                    <a:pt x="335965" y="15925"/>
                  </a:lnTo>
                  <a:lnTo>
                    <a:pt x="336334" y="16497"/>
                  </a:lnTo>
                  <a:lnTo>
                    <a:pt x="336207" y="16548"/>
                  </a:lnTo>
                  <a:lnTo>
                    <a:pt x="335153" y="15925"/>
                  </a:lnTo>
                  <a:lnTo>
                    <a:pt x="335813" y="15925"/>
                  </a:lnTo>
                  <a:lnTo>
                    <a:pt x="335686" y="15735"/>
                  </a:lnTo>
                  <a:lnTo>
                    <a:pt x="337489" y="15735"/>
                  </a:lnTo>
                  <a:lnTo>
                    <a:pt x="338201" y="13970"/>
                  </a:lnTo>
                  <a:lnTo>
                    <a:pt x="338569" y="13042"/>
                  </a:lnTo>
                  <a:lnTo>
                    <a:pt x="338696" y="12738"/>
                  </a:lnTo>
                  <a:lnTo>
                    <a:pt x="338696" y="0"/>
                  </a:lnTo>
                  <a:lnTo>
                    <a:pt x="334302" y="0"/>
                  </a:lnTo>
                  <a:lnTo>
                    <a:pt x="334302" y="1041"/>
                  </a:lnTo>
                  <a:lnTo>
                    <a:pt x="331470" y="2222"/>
                  </a:lnTo>
                  <a:lnTo>
                    <a:pt x="331025" y="2387"/>
                  </a:lnTo>
                  <a:lnTo>
                    <a:pt x="331343" y="2222"/>
                  </a:lnTo>
                  <a:lnTo>
                    <a:pt x="333629" y="1270"/>
                  </a:lnTo>
                  <a:lnTo>
                    <a:pt x="334302" y="1041"/>
                  </a:lnTo>
                  <a:lnTo>
                    <a:pt x="334302" y="0"/>
                  </a:lnTo>
                  <a:lnTo>
                    <a:pt x="333502" y="0"/>
                  </a:lnTo>
                  <a:lnTo>
                    <a:pt x="332740" y="0"/>
                  </a:lnTo>
                  <a:lnTo>
                    <a:pt x="332130" y="762"/>
                  </a:lnTo>
                  <a:lnTo>
                    <a:pt x="331216" y="1270"/>
                  </a:lnTo>
                  <a:lnTo>
                    <a:pt x="330962" y="1270"/>
                  </a:lnTo>
                  <a:lnTo>
                    <a:pt x="330454" y="1270"/>
                  </a:lnTo>
                  <a:lnTo>
                    <a:pt x="332016" y="762"/>
                  </a:lnTo>
                  <a:lnTo>
                    <a:pt x="332740" y="0"/>
                  </a:lnTo>
                  <a:lnTo>
                    <a:pt x="331724" y="0"/>
                  </a:lnTo>
                  <a:lnTo>
                    <a:pt x="329438" y="1270"/>
                  </a:lnTo>
                  <a:lnTo>
                    <a:pt x="328409" y="2844"/>
                  </a:lnTo>
                  <a:lnTo>
                    <a:pt x="327875" y="3263"/>
                  </a:lnTo>
                  <a:lnTo>
                    <a:pt x="327875" y="3670"/>
                  </a:lnTo>
                  <a:lnTo>
                    <a:pt x="327787" y="3810"/>
                  </a:lnTo>
                  <a:lnTo>
                    <a:pt x="327533" y="3810"/>
                  </a:lnTo>
                  <a:lnTo>
                    <a:pt x="327875" y="3670"/>
                  </a:lnTo>
                  <a:lnTo>
                    <a:pt x="327875" y="3263"/>
                  </a:lnTo>
                  <a:lnTo>
                    <a:pt x="327152" y="3810"/>
                  </a:lnTo>
                  <a:lnTo>
                    <a:pt x="326771" y="3810"/>
                  </a:lnTo>
                  <a:lnTo>
                    <a:pt x="325628" y="5080"/>
                  </a:lnTo>
                  <a:lnTo>
                    <a:pt x="324993" y="5080"/>
                  </a:lnTo>
                  <a:lnTo>
                    <a:pt x="324612" y="6350"/>
                  </a:lnTo>
                  <a:lnTo>
                    <a:pt x="323850" y="6350"/>
                  </a:lnTo>
                  <a:lnTo>
                    <a:pt x="322326" y="8890"/>
                  </a:lnTo>
                  <a:lnTo>
                    <a:pt x="321729" y="11137"/>
                  </a:lnTo>
                  <a:lnTo>
                    <a:pt x="321411" y="12547"/>
                  </a:lnTo>
                  <a:lnTo>
                    <a:pt x="321779" y="11645"/>
                  </a:lnTo>
                  <a:lnTo>
                    <a:pt x="320929" y="13970"/>
                  </a:lnTo>
                  <a:lnTo>
                    <a:pt x="321170" y="13042"/>
                  </a:lnTo>
                  <a:lnTo>
                    <a:pt x="321259" y="12738"/>
                  </a:lnTo>
                  <a:lnTo>
                    <a:pt x="321348" y="11645"/>
                  </a:lnTo>
                  <a:lnTo>
                    <a:pt x="298958" y="45720"/>
                  </a:lnTo>
                  <a:lnTo>
                    <a:pt x="298577" y="46990"/>
                  </a:lnTo>
                  <a:lnTo>
                    <a:pt x="291084" y="60960"/>
                  </a:lnTo>
                  <a:lnTo>
                    <a:pt x="290830" y="60960"/>
                  </a:lnTo>
                  <a:lnTo>
                    <a:pt x="283972" y="74930"/>
                  </a:lnTo>
                  <a:lnTo>
                    <a:pt x="277495" y="90170"/>
                  </a:lnTo>
                  <a:lnTo>
                    <a:pt x="277228" y="91478"/>
                  </a:lnTo>
                  <a:lnTo>
                    <a:pt x="271780" y="106680"/>
                  </a:lnTo>
                  <a:lnTo>
                    <a:pt x="271907" y="105410"/>
                  </a:lnTo>
                  <a:lnTo>
                    <a:pt x="142633" y="432650"/>
                  </a:lnTo>
                  <a:lnTo>
                    <a:pt x="140716" y="432943"/>
                  </a:lnTo>
                  <a:lnTo>
                    <a:pt x="140335" y="433070"/>
                  </a:lnTo>
                  <a:lnTo>
                    <a:pt x="124206" y="436245"/>
                  </a:lnTo>
                  <a:lnTo>
                    <a:pt x="122301" y="436880"/>
                  </a:lnTo>
                  <a:lnTo>
                    <a:pt x="117602" y="439039"/>
                  </a:lnTo>
                  <a:lnTo>
                    <a:pt x="114554" y="440563"/>
                  </a:lnTo>
                  <a:lnTo>
                    <a:pt x="112522" y="443611"/>
                  </a:lnTo>
                  <a:lnTo>
                    <a:pt x="112649" y="453263"/>
                  </a:lnTo>
                  <a:lnTo>
                    <a:pt x="116459" y="457073"/>
                  </a:lnTo>
                  <a:lnTo>
                    <a:pt x="125984" y="457073"/>
                  </a:lnTo>
                  <a:lnTo>
                    <a:pt x="128270" y="454787"/>
                  </a:lnTo>
                  <a:lnTo>
                    <a:pt x="129794" y="453263"/>
                  </a:lnTo>
                  <a:lnTo>
                    <a:pt x="129921" y="453263"/>
                  </a:lnTo>
                  <a:lnTo>
                    <a:pt x="129921" y="452818"/>
                  </a:lnTo>
                  <a:lnTo>
                    <a:pt x="128524" y="453097"/>
                  </a:lnTo>
                  <a:lnTo>
                    <a:pt x="129882" y="452818"/>
                  </a:lnTo>
                  <a:lnTo>
                    <a:pt x="129921" y="452628"/>
                  </a:lnTo>
                  <a:lnTo>
                    <a:pt x="129921" y="452818"/>
                  </a:lnTo>
                  <a:lnTo>
                    <a:pt x="135064" y="451815"/>
                  </a:lnTo>
                  <a:lnTo>
                    <a:pt x="120396" y="488950"/>
                  </a:lnTo>
                  <a:lnTo>
                    <a:pt x="120269" y="488950"/>
                  </a:lnTo>
                  <a:lnTo>
                    <a:pt x="92583" y="571500"/>
                  </a:lnTo>
                  <a:lnTo>
                    <a:pt x="47688" y="695985"/>
                  </a:lnTo>
                  <a:lnTo>
                    <a:pt x="65773" y="695985"/>
                  </a:lnTo>
                  <a:lnTo>
                    <a:pt x="108839" y="576580"/>
                  </a:lnTo>
                  <a:lnTo>
                    <a:pt x="136652" y="494030"/>
                  </a:lnTo>
                  <a:lnTo>
                    <a:pt x="136525" y="495300"/>
                  </a:lnTo>
                  <a:lnTo>
                    <a:pt x="137020" y="494030"/>
                  </a:lnTo>
                  <a:lnTo>
                    <a:pt x="155041" y="448259"/>
                  </a:lnTo>
                  <a:lnTo>
                    <a:pt x="163410" y="446913"/>
                  </a:lnTo>
                  <a:lnTo>
                    <a:pt x="172974" y="445389"/>
                  </a:lnTo>
                  <a:lnTo>
                    <a:pt x="248119" y="428383"/>
                  </a:lnTo>
                  <a:lnTo>
                    <a:pt x="265303" y="424434"/>
                  </a:lnTo>
                  <a:lnTo>
                    <a:pt x="370459" y="401066"/>
                  </a:lnTo>
                  <a:lnTo>
                    <a:pt x="370217" y="401066"/>
                  </a:lnTo>
                  <a:lnTo>
                    <a:pt x="414274" y="389763"/>
                  </a:lnTo>
                  <a:lnTo>
                    <a:pt x="414540" y="389763"/>
                  </a:lnTo>
                  <a:lnTo>
                    <a:pt x="430555" y="384238"/>
                  </a:lnTo>
                  <a:lnTo>
                    <a:pt x="442595" y="380085"/>
                  </a:lnTo>
                  <a:lnTo>
                    <a:pt x="565785" y="819150"/>
                  </a:lnTo>
                  <a:lnTo>
                    <a:pt x="592709" y="915670"/>
                  </a:lnTo>
                  <a:lnTo>
                    <a:pt x="600837" y="942340"/>
                  </a:lnTo>
                  <a:lnTo>
                    <a:pt x="601853" y="944880"/>
                  </a:lnTo>
                  <a:lnTo>
                    <a:pt x="605155" y="946150"/>
                  </a:lnTo>
                  <a:lnTo>
                    <a:pt x="608330" y="946150"/>
                  </a:lnTo>
                  <a:lnTo>
                    <a:pt x="611632" y="944880"/>
                  </a:lnTo>
                  <a:lnTo>
                    <a:pt x="613664" y="942340"/>
                  </a:lnTo>
                  <a:close/>
                </a:path>
              </a:pathLst>
            </a:custGeom>
            <a:solidFill>
              <a:srgbClr val="E712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804161" y="5936996"/>
            <a:ext cx="1740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Mutually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Exclusive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8829" y="3693921"/>
            <a:ext cx="1867408" cy="182473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11897" y="3797553"/>
            <a:ext cx="3296920" cy="182473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205978" y="5936996"/>
            <a:ext cx="2110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Mutually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Exclusive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92571" y="2579623"/>
            <a:ext cx="8001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2E5496"/>
                </a:solidFill>
                <a:latin typeface="Tahoma"/>
                <a:cs typeface="Tahoma"/>
              </a:rPr>
              <a:t>YES</a:t>
            </a:r>
            <a:endParaRPr sz="3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Mutually</a:t>
            </a:r>
            <a:r>
              <a:rPr spc="-110" dirty="0"/>
              <a:t> </a:t>
            </a:r>
            <a:r>
              <a:rPr dirty="0"/>
              <a:t>Exclusive</a:t>
            </a:r>
            <a:r>
              <a:rPr spc="-90" dirty="0"/>
              <a:t> </a:t>
            </a:r>
            <a:r>
              <a:rPr dirty="0"/>
              <a:t>and</a:t>
            </a:r>
            <a:r>
              <a:rPr spc="-95" dirty="0"/>
              <a:t> </a:t>
            </a:r>
            <a:r>
              <a:rPr dirty="0"/>
              <a:t>Exhaustive</a:t>
            </a:r>
            <a:r>
              <a:rPr spc="-85" dirty="0"/>
              <a:t> </a:t>
            </a:r>
            <a:r>
              <a:rPr spc="-10" dirty="0"/>
              <a:t>events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0980" y="1717928"/>
            <a:ext cx="5399405" cy="1037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Exhaustive</a:t>
            </a:r>
            <a:r>
              <a:rPr sz="1800" b="1" spc="-35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Events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039"/>
              </a:lnSpc>
              <a:spcBef>
                <a:spcPts val="1725"/>
              </a:spcBef>
            </a:pPr>
            <a:r>
              <a:rPr sz="1800" dirty="0">
                <a:latin typeface="Tahoma"/>
                <a:cs typeface="Tahoma"/>
              </a:rPr>
              <a:t>Events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that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contain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all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outcomes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sample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space</a:t>
            </a: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ts val="2039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Tahoma"/>
                <a:cs typeface="Tahoma"/>
              </a:rPr>
              <a:t>P(A</a:t>
            </a:r>
            <a:r>
              <a:rPr sz="1800" spc="-10" dirty="0">
                <a:latin typeface="Cambria Math"/>
                <a:cs typeface="Cambria Math"/>
              </a:rPr>
              <a:t>∪</a:t>
            </a:r>
            <a:r>
              <a:rPr sz="1800" spc="-10" dirty="0">
                <a:latin typeface="Tahoma"/>
                <a:cs typeface="Tahoma"/>
              </a:rPr>
              <a:t>B)=1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2997" y="3358641"/>
            <a:ext cx="4714240" cy="2565400"/>
            <a:chOff x="872997" y="3358641"/>
            <a:chExt cx="4714240" cy="2565400"/>
          </a:xfrm>
        </p:grpSpPr>
        <p:sp>
          <p:nvSpPr>
            <p:cNvPr id="5" name="object 5"/>
            <p:cNvSpPr/>
            <p:nvPr/>
          </p:nvSpPr>
          <p:spPr>
            <a:xfrm>
              <a:off x="1228343" y="3700271"/>
              <a:ext cx="1854835" cy="1812289"/>
            </a:xfrm>
            <a:custGeom>
              <a:avLst/>
              <a:gdLst/>
              <a:ahLst/>
              <a:cxnLst/>
              <a:rect l="l" t="t" r="r" b="b"/>
              <a:pathLst>
                <a:path w="1854835" h="1812289">
                  <a:moveTo>
                    <a:pt x="0" y="906017"/>
                  </a:moveTo>
                  <a:lnTo>
                    <a:pt x="1285" y="857900"/>
                  </a:lnTo>
                  <a:lnTo>
                    <a:pt x="5098" y="810436"/>
                  </a:lnTo>
                  <a:lnTo>
                    <a:pt x="11375" y="763690"/>
                  </a:lnTo>
                  <a:lnTo>
                    <a:pt x="20053" y="717722"/>
                  </a:lnTo>
                  <a:lnTo>
                    <a:pt x="31065" y="672597"/>
                  </a:lnTo>
                  <a:lnTo>
                    <a:pt x="44350" y="628376"/>
                  </a:lnTo>
                  <a:lnTo>
                    <a:pt x="59842" y="585122"/>
                  </a:lnTo>
                  <a:lnTo>
                    <a:pt x="77478" y="542898"/>
                  </a:lnTo>
                  <a:lnTo>
                    <a:pt x="97193" y="501767"/>
                  </a:lnTo>
                  <a:lnTo>
                    <a:pt x="118924" y="461791"/>
                  </a:lnTo>
                  <a:lnTo>
                    <a:pt x="142606" y="423032"/>
                  </a:lnTo>
                  <a:lnTo>
                    <a:pt x="168175" y="385554"/>
                  </a:lnTo>
                  <a:lnTo>
                    <a:pt x="195568" y="349418"/>
                  </a:lnTo>
                  <a:lnTo>
                    <a:pt x="224719" y="314689"/>
                  </a:lnTo>
                  <a:lnTo>
                    <a:pt x="255566" y="281427"/>
                  </a:lnTo>
                  <a:lnTo>
                    <a:pt x="288044" y="249696"/>
                  </a:lnTo>
                  <a:lnTo>
                    <a:pt x="322088" y="219558"/>
                  </a:lnTo>
                  <a:lnTo>
                    <a:pt x="357635" y="191076"/>
                  </a:lnTo>
                  <a:lnTo>
                    <a:pt x="394621" y="164313"/>
                  </a:lnTo>
                  <a:lnTo>
                    <a:pt x="432982" y="139332"/>
                  </a:lnTo>
                  <a:lnTo>
                    <a:pt x="472653" y="116194"/>
                  </a:lnTo>
                  <a:lnTo>
                    <a:pt x="513571" y="94962"/>
                  </a:lnTo>
                  <a:lnTo>
                    <a:pt x="555672" y="75699"/>
                  </a:lnTo>
                  <a:lnTo>
                    <a:pt x="598890" y="58469"/>
                  </a:lnTo>
                  <a:lnTo>
                    <a:pt x="643163" y="43332"/>
                  </a:lnTo>
                  <a:lnTo>
                    <a:pt x="688426" y="30353"/>
                  </a:lnTo>
                  <a:lnTo>
                    <a:pt x="734616" y="19592"/>
                  </a:lnTo>
                  <a:lnTo>
                    <a:pt x="781667" y="11114"/>
                  </a:lnTo>
                  <a:lnTo>
                    <a:pt x="829517" y="4981"/>
                  </a:lnTo>
                  <a:lnTo>
                    <a:pt x="878100" y="1255"/>
                  </a:lnTo>
                  <a:lnTo>
                    <a:pt x="927354" y="0"/>
                  </a:lnTo>
                  <a:lnTo>
                    <a:pt x="976607" y="1255"/>
                  </a:lnTo>
                  <a:lnTo>
                    <a:pt x="1025190" y="4981"/>
                  </a:lnTo>
                  <a:lnTo>
                    <a:pt x="1073040" y="11114"/>
                  </a:lnTo>
                  <a:lnTo>
                    <a:pt x="1120091" y="19592"/>
                  </a:lnTo>
                  <a:lnTo>
                    <a:pt x="1166281" y="30353"/>
                  </a:lnTo>
                  <a:lnTo>
                    <a:pt x="1211544" y="43332"/>
                  </a:lnTo>
                  <a:lnTo>
                    <a:pt x="1255817" y="58469"/>
                  </a:lnTo>
                  <a:lnTo>
                    <a:pt x="1299035" y="75699"/>
                  </a:lnTo>
                  <a:lnTo>
                    <a:pt x="1341136" y="94962"/>
                  </a:lnTo>
                  <a:lnTo>
                    <a:pt x="1382054" y="116194"/>
                  </a:lnTo>
                  <a:lnTo>
                    <a:pt x="1421725" y="139332"/>
                  </a:lnTo>
                  <a:lnTo>
                    <a:pt x="1460086" y="164313"/>
                  </a:lnTo>
                  <a:lnTo>
                    <a:pt x="1497072" y="191076"/>
                  </a:lnTo>
                  <a:lnTo>
                    <a:pt x="1532619" y="219558"/>
                  </a:lnTo>
                  <a:lnTo>
                    <a:pt x="1566663" y="249696"/>
                  </a:lnTo>
                  <a:lnTo>
                    <a:pt x="1599141" y="281427"/>
                  </a:lnTo>
                  <a:lnTo>
                    <a:pt x="1629988" y="314689"/>
                  </a:lnTo>
                  <a:lnTo>
                    <a:pt x="1659139" y="349418"/>
                  </a:lnTo>
                  <a:lnTo>
                    <a:pt x="1686532" y="385554"/>
                  </a:lnTo>
                  <a:lnTo>
                    <a:pt x="1712101" y="423032"/>
                  </a:lnTo>
                  <a:lnTo>
                    <a:pt x="1735783" y="461791"/>
                  </a:lnTo>
                  <a:lnTo>
                    <a:pt x="1757514" y="501767"/>
                  </a:lnTo>
                  <a:lnTo>
                    <a:pt x="1777229" y="542898"/>
                  </a:lnTo>
                  <a:lnTo>
                    <a:pt x="1794865" y="585122"/>
                  </a:lnTo>
                  <a:lnTo>
                    <a:pt x="1810357" y="628376"/>
                  </a:lnTo>
                  <a:lnTo>
                    <a:pt x="1823642" y="672597"/>
                  </a:lnTo>
                  <a:lnTo>
                    <a:pt x="1834654" y="717722"/>
                  </a:lnTo>
                  <a:lnTo>
                    <a:pt x="1843332" y="763690"/>
                  </a:lnTo>
                  <a:lnTo>
                    <a:pt x="1849609" y="810436"/>
                  </a:lnTo>
                  <a:lnTo>
                    <a:pt x="1853422" y="857900"/>
                  </a:lnTo>
                  <a:lnTo>
                    <a:pt x="1854708" y="906017"/>
                  </a:lnTo>
                  <a:lnTo>
                    <a:pt x="1853422" y="954135"/>
                  </a:lnTo>
                  <a:lnTo>
                    <a:pt x="1849609" y="1001599"/>
                  </a:lnTo>
                  <a:lnTo>
                    <a:pt x="1843332" y="1048345"/>
                  </a:lnTo>
                  <a:lnTo>
                    <a:pt x="1834654" y="1094313"/>
                  </a:lnTo>
                  <a:lnTo>
                    <a:pt x="1823642" y="1139438"/>
                  </a:lnTo>
                  <a:lnTo>
                    <a:pt x="1810357" y="1183659"/>
                  </a:lnTo>
                  <a:lnTo>
                    <a:pt x="1794865" y="1226913"/>
                  </a:lnTo>
                  <a:lnTo>
                    <a:pt x="1777229" y="1269137"/>
                  </a:lnTo>
                  <a:lnTo>
                    <a:pt x="1757514" y="1310268"/>
                  </a:lnTo>
                  <a:lnTo>
                    <a:pt x="1735783" y="1350244"/>
                  </a:lnTo>
                  <a:lnTo>
                    <a:pt x="1712101" y="1389003"/>
                  </a:lnTo>
                  <a:lnTo>
                    <a:pt x="1686532" y="1426481"/>
                  </a:lnTo>
                  <a:lnTo>
                    <a:pt x="1659139" y="1462617"/>
                  </a:lnTo>
                  <a:lnTo>
                    <a:pt x="1629988" y="1497346"/>
                  </a:lnTo>
                  <a:lnTo>
                    <a:pt x="1599141" y="1530608"/>
                  </a:lnTo>
                  <a:lnTo>
                    <a:pt x="1566663" y="1562339"/>
                  </a:lnTo>
                  <a:lnTo>
                    <a:pt x="1532619" y="1592477"/>
                  </a:lnTo>
                  <a:lnTo>
                    <a:pt x="1497072" y="1620959"/>
                  </a:lnTo>
                  <a:lnTo>
                    <a:pt x="1460086" y="1647722"/>
                  </a:lnTo>
                  <a:lnTo>
                    <a:pt x="1421725" y="1672703"/>
                  </a:lnTo>
                  <a:lnTo>
                    <a:pt x="1382054" y="1695841"/>
                  </a:lnTo>
                  <a:lnTo>
                    <a:pt x="1341136" y="1717073"/>
                  </a:lnTo>
                  <a:lnTo>
                    <a:pt x="1299035" y="1736336"/>
                  </a:lnTo>
                  <a:lnTo>
                    <a:pt x="1255817" y="1753566"/>
                  </a:lnTo>
                  <a:lnTo>
                    <a:pt x="1211544" y="1768703"/>
                  </a:lnTo>
                  <a:lnTo>
                    <a:pt x="1166281" y="1781682"/>
                  </a:lnTo>
                  <a:lnTo>
                    <a:pt x="1120091" y="1792443"/>
                  </a:lnTo>
                  <a:lnTo>
                    <a:pt x="1073040" y="1800921"/>
                  </a:lnTo>
                  <a:lnTo>
                    <a:pt x="1025190" y="1807054"/>
                  </a:lnTo>
                  <a:lnTo>
                    <a:pt x="976607" y="1810780"/>
                  </a:lnTo>
                  <a:lnTo>
                    <a:pt x="927354" y="1812036"/>
                  </a:lnTo>
                  <a:lnTo>
                    <a:pt x="878100" y="1810780"/>
                  </a:lnTo>
                  <a:lnTo>
                    <a:pt x="829517" y="1807054"/>
                  </a:lnTo>
                  <a:lnTo>
                    <a:pt x="781667" y="1800921"/>
                  </a:lnTo>
                  <a:lnTo>
                    <a:pt x="734616" y="1792443"/>
                  </a:lnTo>
                  <a:lnTo>
                    <a:pt x="688426" y="1781682"/>
                  </a:lnTo>
                  <a:lnTo>
                    <a:pt x="643163" y="1768703"/>
                  </a:lnTo>
                  <a:lnTo>
                    <a:pt x="598890" y="1753566"/>
                  </a:lnTo>
                  <a:lnTo>
                    <a:pt x="555672" y="1736336"/>
                  </a:lnTo>
                  <a:lnTo>
                    <a:pt x="513571" y="1717073"/>
                  </a:lnTo>
                  <a:lnTo>
                    <a:pt x="472653" y="1695841"/>
                  </a:lnTo>
                  <a:lnTo>
                    <a:pt x="432982" y="1672703"/>
                  </a:lnTo>
                  <a:lnTo>
                    <a:pt x="394621" y="1647722"/>
                  </a:lnTo>
                  <a:lnTo>
                    <a:pt x="357635" y="1620959"/>
                  </a:lnTo>
                  <a:lnTo>
                    <a:pt x="322088" y="1592477"/>
                  </a:lnTo>
                  <a:lnTo>
                    <a:pt x="288044" y="1562339"/>
                  </a:lnTo>
                  <a:lnTo>
                    <a:pt x="255566" y="1530608"/>
                  </a:lnTo>
                  <a:lnTo>
                    <a:pt x="224719" y="1497346"/>
                  </a:lnTo>
                  <a:lnTo>
                    <a:pt x="195568" y="1462617"/>
                  </a:lnTo>
                  <a:lnTo>
                    <a:pt x="168175" y="1426481"/>
                  </a:lnTo>
                  <a:lnTo>
                    <a:pt x="142606" y="1389003"/>
                  </a:lnTo>
                  <a:lnTo>
                    <a:pt x="118924" y="1350244"/>
                  </a:lnTo>
                  <a:lnTo>
                    <a:pt x="97193" y="1310268"/>
                  </a:lnTo>
                  <a:lnTo>
                    <a:pt x="77478" y="1269137"/>
                  </a:lnTo>
                  <a:lnTo>
                    <a:pt x="59842" y="1226913"/>
                  </a:lnTo>
                  <a:lnTo>
                    <a:pt x="44350" y="1183659"/>
                  </a:lnTo>
                  <a:lnTo>
                    <a:pt x="31065" y="1139438"/>
                  </a:lnTo>
                  <a:lnTo>
                    <a:pt x="20053" y="1094313"/>
                  </a:lnTo>
                  <a:lnTo>
                    <a:pt x="11375" y="1048345"/>
                  </a:lnTo>
                  <a:lnTo>
                    <a:pt x="5098" y="1001599"/>
                  </a:lnTo>
                  <a:lnTo>
                    <a:pt x="1285" y="954135"/>
                  </a:lnTo>
                  <a:lnTo>
                    <a:pt x="0" y="906017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38830" y="3693921"/>
              <a:ext cx="1867408" cy="182473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45945" y="4123689"/>
              <a:ext cx="614045" cy="946150"/>
            </a:xfrm>
            <a:custGeom>
              <a:avLst/>
              <a:gdLst/>
              <a:ahLst/>
              <a:cxnLst/>
              <a:rect l="l" t="t" r="r" b="b"/>
              <a:pathLst>
                <a:path w="614044" h="946150">
                  <a:moveTo>
                    <a:pt x="65328" y="697230"/>
                  </a:moveTo>
                  <a:lnTo>
                    <a:pt x="47244" y="697230"/>
                  </a:lnTo>
                  <a:lnTo>
                    <a:pt x="46951" y="697230"/>
                  </a:lnTo>
                  <a:lnTo>
                    <a:pt x="44958" y="701040"/>
                  </a:lnTo>
                  <a:lnTo>
                    <a:pt x="38862" y="715010"/>
                  </a:lnTo>
                  <a:lnTo>
                    <a:pt x="39116" y="713740"/>
                  </a:lnTo>
                  <a:lnTo>
                    <a:pt x="35941" y="720090"/>
                  </a:lnTo>
                  <a:lnTo>
                    <a:pt x="32639" y="725170"/>
                  </a:lnTo>
                  <a:lnTo>
                    <a:pt x="33020" y="725170"/>
                  </a:lnTo>
                  <a:lnTo>
                    <a:pt x="29464" y="730250"/>
                  </a:lnTo>
                  <a:lnTo>
                    <a:pt x="27940" y="732790"/>
                  </a:lnTo>
                  <a:lnTo>
                    <a:pt x="27051" y="734060"/>
                  </a:lnTo>
                  <a:lnTo>
                    <a:pt x="27762" y="732929"/>
                  </a:lnTo>
                  <a:lnTo>
                    <a:pt x="24803" y="735330"/>
                  </a:lnTo>
                  <a:lnTo>
                    <a:pt x="23622" y="736600"/>
                  </a:lnTo>
                  <a:lnTo>
                    <a:pt x="23368" y="736600"/>
                  </a:lnTo>
                  <a:lnTo>
                    <a:pt x="21082" y="737870"/>
                  </a:lnTo>
                  <a:lnTo>
                    <a:pt x="20828" y="737870"/>
                  </a:lnTo>
                  <a:lnTo>
                    <a:pt x="20066" y="739038"/>
                  </a:lnTo>
                  <a:lnTo>
                    <a:pt x="19926" y="739203"/>
                  </a:lnTo>
                  <a:lnTo>
                    <a:pt x="22352" y="737870"/>
                  </a:lnTo>
                  <a:lnTo>
                    <a:pt x="19989" y="739203"/>
                  </a:lnTo>
                  <a:lnTo>
                    <a:pt x="19735" y="739203"/>
                  </a:lnTo>
                  <a:lnTo>
                    <a:pt x="18592" y="739203"/>
                  </a:lnTo>
                  <a:lnTo>
                    <a:pt x="16891" y="740410"/>
                  </a:lnTo>
                  <a:lnTo>
                    <a:pt x="16129" y="740410"/>
                  </a:lnTo>
                  <a:lnTo>
                    <a:pt x="13335" y="741680"/>
                  </a:lnTo>
                  <a:lnTo>
                    <a:pt x="8636" y="741680"/>
                  </a:lnTo>
                  <a:lnTo>
                    <a:pt x="4191" y="742950"/>
                  </a:lnTo>
                  <a:lnTo>
                    <a:pt x="1778" y="745490"/>
                  </a:lnTo>
                  <a:lnTo>
                    <a:pt x="889" y="748030"/>
                  </a:lnTo>
                  <a:lnTo>
                    <a:pt x="0" y="751840"/>
                  </a:lnTo>
                  <a:lnTo>
                    <a:pt x="889" y="754380"/>
                  </a:lnTo>
                  <a:lnTo>
                    <a:pt x="5207" y="759460"/>
                  </a:lnTo>
                  <a:lnTo>
                    <a:pt x="14224" y="759460"/>
                  </a:lnTo>
                  <a:lnTo>
                    <a:pt x="15621" y="758190"/>
                  </a:lnTo>
                  <a:lnTo>
                    <a:pt x="17018" y="758190"/>
                  </a:lnTo>
                  <a:lnTo>
                    <a:pt x="20320" y="756920"/>
                  </a:lnTo>
                  <a:lnTo>
                    <a:pt x="22098" y="756920"/>
                  </a:lnTo>
                  <a:lnTo>
                    <a:pt x="22860" y="756920"/>
                  </a:lnTo>
                  <a:lnTo>
                    <a:pt x="24638" y="755650"/>
                  </a:lnTo>
                  <a:lnTo>
                    <a:pt x="23787" y="756081"/>
                  </a:lnTo>
                  <a:lnTo>
                    <a:pt x="24257" y="755650"/>
                  </a:lnTo>
                  <a:lnTo>
                    <a:pt x="24638" y="755650"/>
                  </a:lnTo>
                  <a:lnTo>
                    <a:pt x="26035" y="755650"/>
                  </a:lnTo>
                  <a:lnTo>
                    <a:pt x="27559" y="754380"/>
                  </a:lnTo>
                  <a:lnTo>
                    <a:pt x="28448" y="754380"/>
                  </a:lnTo>
                  <a:lnTo>
                    <a:pt x="29591" y="753110"/>
                  </a:lnTo>
                  <a:lnTo>
                    <a:pt x="28575" y="754380"/>
                  </a:lnTo>
                  <a:lnTo>
                    <a:pt x="30099" y="753110"/>
                  </a:lnTo>
                  <a:lnTo>
                    <a:pt x="32258" y="751840"/>
                  </a:lnTo>
                  <a:lnTo>
                    <a:pt x="32512" y="751840"/>
                  </a:lnTo>
                  <a:lnTo>
                    <a:pt x="33655" y="750570"/>
                  </a:lnTo>
                  <a:lnTo>
                    <a:pt x="34798" y="749300"/>
                  </a:lnTo>
                  <a:lnTo>
                    <a:pt x="35687" y="749300"/>
                  </a:lnTo>
                  <a:lnTo>
                    <a:pt x="36957" y="748030"/>
                  </a:lnTo>
                  <a:lnTo>
                    <a:pt x="40259" y="744220"/>
                  </a:lnTo>
                  <a:lnTo>
                    <a:pt x="41148" y="742950"/>
                  </a:lnTo>
                  <a:lnTo>
                    <a:pt x="43688" y="740410"/>
                  </a:lnTo>
                  <a:lnTo>
                    <a:pt x="43815" y="740410"/>
                  </a:lnTo>
                  <a:lnTo>
                    <a:pt x="45948" y="736600"/>
                  </a:lnTo>
                  <a:lnTo>
                    <a:pt x="47371" y="734060"/>
                  </a:lnTo>
                  <a:lnTo>
                    <a:pt x="47752" y="734060"/>
                  </a:lnTo>
                  <a:lnTo>
                    <a:pt x="51054" y="727710"/>
                  </a:lnTo>
                  <a:lnTo>
                    <a:pt x="54229" y="722630"/>
                  </a:lnTo>
                  <a:lnTo>
                    <a:pt x="54610" y="721360"/>
                  </a:lnTo>
                  <a:lnTo>
                    <a:pt x="57594" y="715010"/>
                  </a:lnTo>
                  <a:lnTo>
                    <a:pt x="60579" y="708660"/>
                  </a:lnTo>
                  <a:lnTo>
                    <a:pt x="63119" y="703580"/>
                  </a:lnTo>
                  <a:lnTo>
                    <a:pt x="63500" y="702310"/>
                  </a:lnTo>
                  <a:lnTo>
                    <a:pt x="65328" y="697230"/>
                  </a:lnTo>
                  <a:close/>
                </a:path>
                <a:path w="614044" h="946150">
                  <a:moveTo>
                    <a:pt x="321602" y="11430"/>
                  </a:moveTo>
                  <a:lnTo>
                    <a:pt x="321348" y="11645"/>
                  </a:lnTo>
                  <a:lnTo>
                    <a:pt x="321310" y="12547"/>
                  </a:lnTo>
                  <a:lnTo>
                    <a:pt x="321538" y="11645"/>
                  </a:lnTo>
                  <a:lnTo>
                    <a:pt x="321602" y="11430"/>
                  </a:lnTo>
                  <a:close/>
                </a:path>
                <a:path w="614044" h="946150">
                  <a:moveTo>
                    <a:pt x="322326" y="8890"/>
                  </a:moveTo>
                  <a:lnTo>
                    <a:pt x="321310" y="10160"/>
                  </a:lnTo>
                  <a:lnTo>
                    <a:pt x="321348" y="11645"/>
                  </a:lnTo>
                  <a:lnTo>
                    <a:pt x="321678" y="11137"/>
                  </a:lnTo>
                  <a:lnTo>
                    <a:pt x="321945" y="10160"/>
                  </a:lnTo>
                  <a:lnTo>
                    <a:pt x="322326" y="8890"/>
                  </a:lnTo>
                  <a:close/>
                </a:path>
                <a:path w="614044" h="946150">
                  <a:moveTo>
                    <a:pt x="338480" y="19380"/>
                  </a:moveTo>
                  <a:lnTo>
                    <a:pt x="338328" y="19050"/>
                  </a:lnTo>
                  <a:lnTo>
                    <a:pt x="338074" y="19050"/>
                  </a:lnTo>
                  <a:lnTo>
                    <a:pt x="338480" y="19380"/>
                  </a:lnTo>
                  <a:close/>
                </a:path>
                <a:path w="614044" h="946150">
                  <a:moveTo>
                    <a:pt x="613664" y="942340"/>
                  </a:moveTo>
                  <a:lnTo>
                    <a:pt x="581787" y="815340"/>
                  </a:lnTo>
                  <a:lnTo>
                    <a:pt x="380873" y="95250"/>
                  </a:lnTo>
                  <a:lnTo>
                    <a:pt x="364998" y="40640"/>
                  </a:lnTo>
                  <a:lnTo>
                    <a:pt x="364744" y="39370"/>
                  </a:lnTo>
                  <a:lnTo>
                    <a:pt x="357936" y="21590"/>
                  </a:lnTo>
                  <a:lnTo>
                    <a:pt x="357085" y="19380"/>
                  </a:lnTo>
                  <a:lnTo>
                    <a:pt x="356971" y="19050"/>
                  </a:lnTo>
                  <a:lnTo>
                    <a:pt x="356743" y="19050"/>
                  </a:lnTo>
                  <a:lnTo>
                    <a:pt x="338709" y="19050"/>
                  </a:lnTo>
                  <a:lnTo>
                    <a:pt x="338455" y="19050"/>
                  </a:lnTo>
                  <a:lnTo>
                    <a:pt x="338480" y="19380"/>
                  </a:lnTo>
                  <a:lnTo>
                    <a:pt x="338836" y="20320"/>
                  </a:lnTo>
                  <a:lnTo>
                    <a:pt x="339344" y="21590"/>
                  </a:lnTo>
                  <a:lnTo>
                    <a:pt x="339598" y="21590"/>
                  </a:lnTo>
                  <a:lnTo>
                    <a:pt x="339979" y="22860"/>
                  </a:lnTo>
                  <a:lnTo>
                    <a:pt x="340233" y="24130"/>
                  </a:lnTo>
                  <a:lnTo>
                    <a:pt x="348361" y="45720"/>
                  </a:lnTo>
                  <a:lnTo>
                    <a:pt x="355460" y="70104"/>
                  </a:lnTo>
                  <a:lnTo>
                    <a:pt x="364109" y="100330"/>
                  </a:lnTo>
                  <a:lnTo>
                    <a:pt x="439051" y="367474"/>
                  </a:lnTo>
                  <a:lnTo>
                    <a:pt x="410464" y="372872"/>
                  </a:lnTo>
                  <a:lnTo>
                    <a:pt x="364680" y="384619"/>
                  </a:lnTo>
                  <a:lnTo>
                    <a:pt x="366395" y="384238"/>
                  </a:lnTo>
                  <a:lnTo>
                    <a:pt x="168249" y="428688"/>
                  </a:lnTo>
                  <a:lnTo>
                    <a:pt x="170294" y="428383"/>
                  </a:lnTo>
                  <a:lnTo>
                    <a:pt x="162382" y="429602"/>
                  </a:lnTo>
                  <a:lnTo>
                    <a:pt x="217043" y="290830"/>
                  </a:lnTo>
                  <a:lnTo>
                    <a:pt x="288163" y="111760"/>
                  </a:lnTo>
                  <a:lnTo>
                    <a:pt x="289941" y="106680"/>
                  </a:lnTo>
                  <a:lnTo>
                    <a:pt x="293497" y="96520"/>
                  </a:lnTo>
                  <a:lnTo>
                    <a:pt x="293243" y="97790"/>
                  </a:lnTo>
                  <a:lnTo>
                    <a:pt x="293789" y="96520"/>
                  </a:lnTo>
                  <a:lnTo>
                    <a:pt x="300799" y="80352"/>
                  </a:lnTo>
                  <a:lnTo>
                    <a:pt x="306578" y="68580"/>
                  </a:lnTo>
                  <a:lnTo>
                    <a:pt x="306324" y="68580"/>
                  </a:lnTo>
                  <a:lnTo>
                    <a:pt x="313944" y="54610"/>
                  </a:lnTo>
                  <a:lnTo>
                    <a:pt x="313563" y="55880"/>
                  </a:lnTo>
                  <a:lnTo>
                    <a:pt x="314363" y="54610"/>
                  </a:lnTo>
                  <a:lnTo>
                    <a:pt x="336931" y="19050"/>
                  </a:lnTo>
                  <a:lnTo>
                    <a:pt x="336550" y="19050"/>
                  </a:lnTo>
                  <a:lnTo>
                    <a:pt x="336664" y="17983"/>
                  </a:lnTo>
                  <a:lnTo>
                    <a:pt x="336410" y="18453"/>
                  </a:lnTo>
                  <a:lnTo>
                    <a:pt x="336169" y="19050"/>
                  </a:lnTo>
                  <a:lnTo>
                    <a:pt x="336588" y="17983"/>
                  </a:lnTo>
                  <a:lnTo>
                    <a:pt x="337718" y="17983"/>
                  </a:lnTo>
                  <a:lnTo>
                    <a:pt x="338023" y="18453"/>
                  </a:lnTo>
                  <a:lnTo>
                    <a:pt x="338366" y="18453"/>
                  </a:lnTo>
                  <a:lnTo>
                    <a:pt x="356616" y="18453"/>
                  </a:lnTo>
                  <a:lnTo>
                    <a:pt x="356527" y="17983"/>
                  </a:lnTo>
                  <a:lnTo>
                    <a:pt x="356209" y="15925"/>
                  </a:lnTo>
                  <a:lnTo>
                    <a:pt x="356184" y="15735"/>
                  </a:lnTo>
                  <a:lnTo>
                    <a:pt x="355600" y="13970"/>
                  </a:lnTo>
                  <a:lnTo>
                    <a:pt x="355219" y="13042"/>
                  </a:lnTo>
                  <a:lnTo>
                    <a:pt x="355092" y="12738"/>
                  </a:lnTo>
                  <a:lnTo>
                    <a:pt x="354025" y="11645"/>
                  </a:lnTo>
                  <a:lnTo>
                    <a:pt x="354241" y="12471"/>
                  </a:lnTo>
                  <a:lnTo>
                    <a:pt x="353898" y="11645"/>
                  </a:lnTo>
                  <a:lnTo>
                    <a:pt x="353822" y="11430"/>
                  </a:lnTo>
                  <a:lnTo>
                    <a:pt x="353568" y="11430"/>
                  </a:lnTo>
                  <a:lnTo>
                    <a:pt x="353364" y="11137"/>
                  </a:lnTo>
                  <a:lnTo>
                    <a:pt x="353225" y="11137"/>
                  </a:lnTo>
                  <a:lnTo>
                    <a:pt x="353314" y="11430"/>
                  </a:lnTo>
                  <a:lnTo>
                    <a:pt x="352628" y="10160"/>
                  </a:lnTo>
                  <a:lnTo>
                    <a:pt x="352120" y="9232"/>
                  </a:lnTo>
                  <a:lnTo>
                    <a:pt x="352755" y="10210"/>
                  </a:lnTo>
                  <a:lnTo>
                    <a:pt x="353225" y="11137"/>
                  </a:lnTo>
                  <a:lnTo>
                    <a:pt x="353098" y="10744"/>
                  </a:lnTo>
                  <a:lnTo>
                    <a:pt x="352933" y="10160"/>
                  </a:lnTo>
                  <a:lnTo>
                    <a:pt x="350901" y="6350"/>
                  </a:lnTo>
                  <a:lnTo>
                    <a:pt x="351028" y="7620"/>
                  </a:lnTo>
                  <a:lnTo>
                    <a:pt x="350774" y="6350"/>
                  </a:lnTo>
                  <a:lnTo>
                    <a:pt x="349504" y="5080"/>
                  </a:lnTo>
                  <a:lnTo>
                    <a:pt x="350901" y="6350"/>
                  </a:lnTo>
                  <a:lnTo>
                    <a:pt x="349885" y="5080"/>
                  </a:lnTo>
                  <a:lnTo>
                    <a:pt x="348488" y="3810"/>
                  </a:lnTo>
                  <a:lnTo>
                    <a:pt x="348361" y="3810"/>
                  </a:lnTo>
                  <a:lnTo>
                    <a:pt x="347599" y="3810"/>
                  </a:lnTo>
                  <a:lnTo>
                    <a:pt x="346646" y="2882"/>
                  </a:lnTo>
                  <a:lnTo>
                    <a:pt x="348361" y="3810"/>
                  </a:lnTo>
                  <a:lnTo>
                    <a:pt x="348297" y="3670"/>
                  </a:lnTo>
                  <a:lnTo>
                    <a:pt x="346837" y="2540"/>
                  </a:lnTo>
                  <a:lnTo>
                    <a:pt x="346329" y="2540"/>
                  </a:lnTo>
                  <a:lnTo>
                    <a:pt x="345313" y="1270"/>
                  </a:lnTo>
                  <a:lnTo>
                    <a:pt x="343662" y="1270"/>
                  </a:lnTo>
                  <a:lnTo>
                    <a:pt x="342900" y="0"/>
                  </a:lnTo>
                  <a:lnTo>
                    <a:pt x="340042" y="0"/>
                  </a:lnTo>
                  <a:lnTo>
                    <a:pt x="340042" y="16014"/>
                  </a:lnTo>
                  <a:lnTo>
                    <a:pt x="339293" y="16332"/>
                  </a:lnTo>
                  <a:lnTo>
                    <a:pt x="338607" y="17284"/>
                  </a:lnTo>
                  <a:lnTo>
                    <a:pt x="338505" y="17411"/>
                  </a:lnTo>
                  <a:lnTo>
                    <a:pt x="339242" y="16344"/>
                  </a:lnTo>
                  <a:lnTo>
                    <a:pt x="339369" y="16230"/>
                  </a:lnTo>
                  <a:lnTo>
                    <a:pt x="340042" y="16014"/>
                  </a:lnTo>
                  <a:lnTo>
                    <a:pt x="340042" y="0"/>
                  </a:lnTo>
                  <a:lnTo>
                    <a:pt x="339725" y="0"/>
                  </a:lnTo>
                  <a:lnTo>
                    <a:pt x="339725" y="15735"/>
                  </a:lnTo>
                  <a:lnTo>
                    <a:pt x="339382" y="16205"/>
                  </a:lnTo>
                  <a:lnTo>
                    <a:pt x="339572" y="15925"/>
                  </a:lnTo>
                  <a:lnTo>
                    <a:pt x="338759" y="16395"/>
                  </a:lnTo>
                  <a:lnTo>
                    <a:pt x="338607" y="16459"/>
                  </a:lnTo>
                  <a:lnTo>
                    <a:pt x="338239" y="16700"/>
                  </a:lnTo>
                  <a:lnTo>
                    <a:pt x="338277" y="16560"/>
                  </a:lnTo>
                  <a:lnTo>
                    <a:pt x="338455" y="15938"/>
                  </a:lnTo>
                  <a:lnTo>
                    <a:pt x="338937" y="15735"/>
                  </a:lnTo>
                  <a:lnTo>
                    <a:pt x="339064" y="15735"/>
                  </a:lnTo>
                  <a:lnTo>
                    <a:pt x="338594" y="15925"/>
                  </a:lnTo>
                  <a:lnTo>
                    <a:pt x="339178" y="15925"/>
                  </a:lnTo>
                  <a:lnTo>
                    <a:pt x="339509" y="15925"/>
                  </a:lnTo>
                  <a:lnTo>
                    <a:pt x="339725" y="15735"/>
                  </a:lnTo>
                  <a:lnTo>
                    <a:pt x="339725" y="0"/>
                  </a:lnTo>
                  <a:lnTo>
                    <a:pt x="338696" y="0"/>
                  </a:lnTo>
                  <a:lnTo>
                    <a:pt x="338696" y="12738"/>
                  </a:lnTo>
                  <a:lnTo>
                    <a:pt x="338632" y="13055"/>
                  </a:lnTo>
                  <a:lnTo>
                    <a:pt x="338201" y="13970"/>
                  </a:lnTo>
                  <a:lnTo>
                    <a:pt x="338124" y="14325"/>
                  </a:lnTo>
                  <a:lnTo>
                    <a:pt x="338289" y="13970"/>
                  </a:lnTo>
                  <a:lnTo>
                    <a:pt x="338010" y="14884"/>
                  </a:lnTo>
                  <a:lnTo>
                    <a:pt x="337845" y="15735"/>
                  </a:lnTo>
                  <a:lnTo>
                    <a:pt x="337807" y="15925"/>
                  </a:lnTo>
                  <a:lnTo>
                    <a:pt x="337705" y="16243"/>
                  </a:lnTo>
                  <a:lnTo>
                    <a:pt x="337553" y="16776"/>
                  </a:lnTo>
                  <a:lnTo>
                    <a:pt x="337616" y="16294"/>
                  </a:lnTo>
                  <a:lnTo>
                    <a:pt x="337705" y="15925"/>
                  </a:lnTo>
                  <a:lnTo>
                    <a:pt x="337350" y="16078"/>
                  </a:lnTo>
                  <a:lnTo>
                    <a:pt x="337070" y="16192"/>
                  </a:lnTo>
                  <a:lnTo>
                    <a:pt x="336816" y="15735"/>
                  </a:lnTo>
                  <a:lnTo>
                    <a:pt x="336753" y="15925"/>
                  </a:lnTo>
                  <a:lnTo>
                    <a:pt x="336613" y="15925"/>
                  </a:lnTo>
                  <a:lnTo>
                    <a:pt x="336791" y="16268"/>
                  </a:lnTo>
                  <a:lnTo>
                    <a:pt x="336003" y="15735"/>
                  </a:lnTo>
                  <a:lnTo>
                    <a:pt x="335965" y="15925"/>
                  </a:lnTo>
                  <a:lnTo>
                    <a:pt x="336334" y="16497"/>
                  </a:lnTo>
                  <a:lnTo>
                    <a:pt x="336207" y="16548"/>
                  </a:lnTo>
                  <a:lnTo>
                    <a:pt x="335153" y="15925"/>
                  </a:lnTo>
                  <a:lnTo>
                    <a:pt x="335813" y="15925"/>
                  </a:lnTo>
                  <a:lnTo>
                    <a:pt x="335686" y="15735"/>
                  </a:lnTo>
                  <a:lnTo>
                    <a:pt x="337489" y="15735"/>
                  </a:lnTo>
                  <a:lnTo>
                    <a:pt x="338201" y="13970"/>
                  </a:lnTo>
                  <a:lnTo>
                    <a:pt x="338569" y="13042"/>
                  </a:lnTo>
                  <a:lnTo>
                    <a:pt x="338696" y="12738"/>
                  </a:lnTo>
                  <a:lnTo>
                    <a:pt x="338696" y="0"/>
                  </a:lnTo>
                  <a:lnTo>
                    <a:pt x="334302" y="0"/>
                  </a:lnTo>
                  <a:lnTo>
                    <a:pt x="334302" y="1041"/>
                  </a:lnTo>
                  <a:lnTo>
                    <a:pt x="331470" y="2222"/>
                  </a:lnTo>
                  <a:lnTo>
                    <a:pt x="331025" y="2387"/>
                  </a:lnTo>
                  <a:lnTo>
                    <a:pt x="331343" y="2222"/>
                  </a:lnTo>
                  <a:lnTo>
                    <a:pt x="333629" y="1270"/>
                  </a:lnTo>
                  <a:lnTo>
                    <a:pt x="334302" y="1041"/>
                  </a:lnTo>
                  <a:lnTo>
                    <a:pt x="334302" y="0"/>
                  </a:lnTo>
                  <a:lnTo>
                    <a:pt x="333502" y="0"/>
                  </a:lnTo>
                  <a:lnTo>
                    <a:pt x="332740" y="0"/>
                  </a:lnTo>
                  <a:lnTo>
                    <a:pt x="332130" y="762"/>
                  </a:lnTo>
                  <a:lnTo>
                    <a:pt x="331216" y="1270"/>
                  </a:lnTo>
                  <a:lnTo>
                    <a:pt x="330962" y="1270"/>
                  </a:lnTo>
                  <a:lnTo>
                    <a:pt x="330454" y="1270"/>
                  </a:lnTo>
                  <a:lnTo>
                    <a:pt x="332016" y="762"/>
                  </a:lnTo>
                  <a:lnTo>
                    <a:pt x="332740" y="0"/>
                  </a:lnTo>
                  <a:lnTo>
                    <a:pt x="331724" y="0"/>
                  </a:lnTo>
                  <a:lnTo>
                    <a:pt x="329438" y="1270"/>
                  </a:lnTo>
                  <a:lnTo>
                    <a:pt x="328409" y="2844"/>
                  </a:lnTo>
                  <a:lnTo>
                    <a:pt x="327875" y="3263"/>
                  </a:lnTo>
                  <a:lnTo>
                    <a:pt x="327875" y="3670"/>
                  </a:lnTo>
                  <a:lnTo>
                    <a:pt x="327787" y="3810"/>
                  </a:lnTo>
                  <a:lnTo>
                    <a:pt x="327533" y="3810"/>
                  </a:lnTo>
                  <a:lnTo>
                    <a:pt x="327875" y="3670"/>
                  </a:lnTo>
                  <a:lnTo>
                    <a:pt x="327875" y="3263"/>
                  </a:lnTo>
                  <a:lnTo>
                    <a:pt x="327152" y="3810"/>
                  </a:lnTo>
                  <a:lnTo>
                    <a:pt x="326771" y="3810"/>
                  </a:lnTo>
                  <a:lnTo>
                    <a:pt x="325628" y="5080"/>
                  </a:lnTo>
                  <a:lnTo>
                    <a:pt x="324993" y="5080"/>
                  </a:lnTo>
                  <a:lnTo>
                    <a:pt x="324612" y="6350"/>
                  </a:lnTo>
                  <a:lnTo>
                    <a:pt x="323850" y="6350"/>
                  </a:lnTo>
                  <a:lnTo>
                    <a:pt x="322326" y="8890"/>
                  </a:lnTo>
                  <a:lnTo>
                    <a:pt x="321729" y="11137"/>
                  </a:lnTo>
                  <a:lnTo>
                    <a:pt x="321411" y="12547"/>
                  </a:lnTo>
                  <a:lnTo>
                    <a:pt x="321779" y="11645"/>
                  </a:lnTo>
                  <a:lnTo>
                    <a:pt x="320929" y="13970"/>
                  </a:lnTo>
                  <a:lnTo>
                    <a:pt x="321170" y="13042"/>
                  </a:lnTo>
                  <a:lnTo>
                    <a:pt x="321259" y="12738"/>
                  </a:lnTo>
                  <a:lnTo>
                    <a:pt x="321348" y="11645"/>
                  </a:lnTo>
                  <a:lnTo>
                    <a:pt x="298958" y="45720"/>
                  </a:lnTo>
                  <a:lnTo>
                    <a:pt x="298577" y="46990"/>
                  </a:lnTo>
                  <a:lnTo>
                    <a:pt x="291084" y="60960"/>
                  </a:lnTo>
                  <a:lnTo>
                    <a:pt x="290830" y="60960"/>
                  </a:lnTo>
                  <a:lnTo>
                    <a:pt x="283972" y="74930"/>
                  </a:lnTo>
                  <a:lnTo>
                    <a:pt x="277495" y="90170"/>
                  </a:lnTo>
                  <a:lnTo>
                    <a:pt x="277228" y="91478"/>
                  </a:lnTo>
                  <a:lnTo>
                    <a:pt x="271780" y="106680"/>
                  </a:lnTo>
                  <a:lnTo>
                    <a:pt x="271907" y="105410"/>
                  </a:lnTo>
                  <a:lnTo>
                    <a:pt x="142633" y="432650"/>
                  </a:lnTo>
                  <a:lnTo>
                    <a:pt x="140716" y="432943"/>
                  </a:lnTo>
                  <a:lnTo>
                    <a:pt x="140335" y="433070"/>
                  </a:lnTo>
                  <a:lnTo>
                    <a:pt x="124206" y="436245"/>
                  </a:lnTo>
                  <a:lnTo>
                    <a:pt x="122301" y="436880"/>
                  </a:lnTo>
                  <a:lnTo>
                    <a:pt x="117602" y="439039"/>
                  </a:lnTo>
                  <a:lnTo>
                    <a:pt x="114554" y="440563"/>
                  </a:lnTo>
                  <a:lnTo>
                    <a:pt x="112522" y="443611"/>
                  </a:lnTo>
                  <a:lnTo>
                    <a:pt x="112649" y="453263"/>
                  </a:lnTo>
                  <a:lnTo>
                    <a:pt x="116459" y="457073"/>
                  </a:lnTo>
                  <a:lnTo>
                    <a:pt x="125984" y="457073"/>
                  </a:lnTo>
                  <a:lnTo>
                    <a:pt x="128270" y="454787"/>
                  </a:lnTo>
                  <a:lnTo>
                    <a:pt x="129794" y="453263"/>
                  </a:lnTo>
                  <a:lnTo>
                    <a:pt x="129921" y="453263"/>
                  </a:lnTo>
                  <a:lnTo>
                    <a:pt x="129921" y="452818"/>
                  </a:lnTo>
                  <a:lnTo>
                    <a:pt x="128524" y="453097"/>
                  </a:lnTo>
                  <a:lnTo>
                    <a:pt x="129882" y="452818"/>
                  </a:lnTo>
                  <a:lnTo>
                    <a:pt x="129921" y="452628"/>
                  </a:lnTo>
                  <a:lnTo>
                    <a:pt x="129921" y="452818"/>
                  </a:lnTo>
                  <a:lnTo>
                    <a:pt x="135064" y="451815"/>
                  </a:lnTo>
                  <a:lnTo>
                    <a:pt x="120396" y="488950"/>
                  </a:lnTo>
                  <a:lnTo>
                    <a:pt x="120269" y="488950"/>
                  </a:lnTo>
                  <a:lnTo>
                    <a:pt x="92583" y="571500"/>
                  </a:lnTo>
                  <a:lnTo>
                    <a:pt x="47688" y="695985"/>
                  </a:lnTo>
                  <a:lnTo>
                    <a:pt x="65773" y="695985"/>
                  </a:lnTo>
                  <a:lnTo>
                    <a:pt x="108839" y="576580"/>
                  </a:lnTo>
                  <a:lnTo>
                    <a:pt x="136652" y="494030"/>
                  </a:lnTo>
                  <a:lnTo>
                    <a:pt x="136525" y="495300"/>
                  </a:lnTo>
                  <a:lnTo>
                    <a:pt x="137020" y="494030"/>
                  </a:lnTo>
                  <a:lnTo>
                    <a:pt x="155041" y="448259"/>
                  </a:lnTo>
                  <a:lnTo>
                    <a:pt x="163410" y="446913"/>
                  </a:lnTo>
                  <a:lnTo>
                    <a:pt x="172974" y="445389"/>
                  </a:lnTo>
                  <a:lnTo>
                    <a:pt x="248119" y="428383"/>
                  </a:lnTo>
                  <a:lnTo>
                    <a:pt x="265303" y="424434"/>
                  </a:lnTo>
                  <a:lnTo>
                    <a:pt x="370459" y="401066"/>
                  </a:lnTo>
                  <a:lnTo>
                    <a:pt x="370217" y="401066"/>
                  </a:lnTo>
                  <a:lnTo>
                    <a:pt x="414274" y="389763"/>
                  </a:lnTo>
                  <a:lnTo>
                    <a:pt x="414540" y="389763"/>
                  </a:lnTo>
                  <a:lnTo>
                    <a:pt x="430555" y="384238"/>
                  </a:lnTo>
                  <a:lnTo>
                    <a:pt x="442595" y="380085"/>
                  </a:lnTo>
                  <a:lnTo>
                    <a:pt x="565785" y="819150"/>
                  </a:lnTo>
                  <a:lnTo>
                    <a:pt x="592709" y="915670"/>
                  </a:lnTo>
                  <a:lnTo>
                    <a:pt x="600837" y="942340"/>
                  </a:lnTo>
                  <a:lnTo>
                    <a:pt x="601853" y="944880"/>
                  </a:lnTo>
                  <a:lnTo>
                    <a:pt x="605155" y="946150"/>
                  </a:lnTo>
                  <a:lnTo>
                    <a:pt x="608330" y="946150"/>
                  </a:lnTo>
                  <a:lnTo>
                    <a:pt x="611632" y="944880"/>
                  </a:lnTo>
                  <a:lnTo>
                    <a:pt x="613664" y="942340"/>
                  </a:lnTo>
                  <a:close/>
                </a:path>
              </a:pathLst>
            </a:custGeom>
            <a:solidFill>
              <a:srgbClr val="E712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79347" y="3364991"/>
              <a:ext cx="4701540" cy="2552700"/>
            </a:xfrm>
            <a:custGeom>
              <a:avLst/>
              <a:gdLst/>
              <a:ahLst/>
              <a:cxnLst/>
              <a:rect l="l" t="t" r="r" b="b"/>
              <a:pathLst>
                <a:path w="4701540" h="2552700">
                  <a:moveTo>
                    <a:pt x="0" y="2552700"/>
                  </a:moveTo>
                  <a:lnTo>
                    <a:pt x="4701540" y="2552700"/>
                  </a:lnTo>
                  <a:lnTo>
                    <a:pt x="4701540" y="0"/>
                  </a:lnTo>
                  <a:lnTo>
                    <a:pt x="0" y="0"/>
                  </a:lnTo>
                  <a:lnTo>
                    <a:pt x="0" y="25527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275077" y="5936996"/>
            <a:ext cx="141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Not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Exhaustive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6893" y="5936996"/>
            <a:ext cx="10172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Exhaustive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604761" y="3326638"/>
            <a:ext cx="4714240" cy="2565400"/>
            <a:chOff x="6604761" y="3326638"/>
            <a:chExt cx="4714240" cy="256540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81259" y="4157345"/>
              <a:ext cx="538861" cy="96646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611111" y="3332988"/>
              <a:ext cx="4701540" cy="2552700"/>
            </a:xfrm>
            <a:custGeom>
              <a:avLst/>
              <a:gdLst/>
              <a:ahLst/>
              <a:cxnLst/>
              <a:rect l="l" t="t" r="r" b="b"/>
              <a:pathLst>
                <a:path w="4701540" h="2552700">
                  <a:moveTo>
                    <a:pt x="0" y="2552700"/>
                  </a:moveTo>
                  <a:lnTo>
                    <a:pt x="4701540" y="2552700"/>
                  </a:lnTo>
                  <a:lnTo>
                    <a:pt x="4701540" y="0"/>
                  </a:lnTo>
                  <a:lnTo>
                    <a:pt x="0" y="0"/>
                  </a:lnTo>
                  <a:lnTo>
                    <a:pt x="0" y="25527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11111" y="3332988"/>
              <a:ext cx="2531745" cy="2552700"/>
            </a:xfrm>
            <a:custGeom>
              <a:avLst/>
              <a:gdLst/>
              <a:ahLst/>
              <a:cxnLst/>
              <a:rect l="l" t="t" r="r" b="b"/>
              <a:pathLst>
                <a:path w="2531745" h="2552700">
                  <a:moveTo>
                    <a:pt x="2531363" y="0"/>
                  </a:moveTo>
                  <a:lnTo>
                    <a:pt x="0" y="0"/>
                  </a:lnTo>
                  <a:lnTo>
                    <a:pt x="0" y="2552700"/>
                  </a:lnTo>
                  <a:lnTo>
                    <a:pt x="2531363" y="2552700"/>
                  </a:lnTo>
                  <a:lnTo>
                    <a:pt x="2531363" y="0"/>
                  </a:lnTo>
                  <a:close/>
                </a:path>
              </a:pathLst>
            </a:custGeom>
            <a:solidFill>
              <a:srgbClr val="AE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611111" y="3332988"/>
              <a:ext cx="2531745" cy="2552700"/>
            </a:xfrm>
            <a:custGeom>
              <a:avLst/>
              <a:gdLst/>
              <a:ahLst/>
              <a:cxnLst/>
              <a:rect l="l" t="t" r="r" b="b"/>
              <a:pathLst>
                <a:path w="2531745" h="2552700">
                  <a:moveTo>
                    <a:pt x="0" y="2552700"/>
                  </a:moveTo>
                  <a:lnTo>
                    <a:pt x="2531363" y="2552700"/>
                  </a:lnTo>
                  <a:lnTo>
                    <a:pt x="2531363" y="0"/>
                  </a:lnTo>
                  <a:lnTo>
                    <a:pt x="0" y="0"/>
                  </a:lnTo>
                  <a:lnTo>
                    <a:pt x="0" y="25527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568946" y="4162196"/>
              <a:ext cx="614045" cy="946785"/>
            </a:xfrm>
            <a:custGeom>
              <a:avLst/>
              <a:gdLst/>
              <a:ahLst/>
              <a:cxnLst/>
              <a:rect l="l" t="t" r="r" b="b"/>
              <a:pathLst>
                <a:path w="614045" h="946785">
                  <a:moveTo>
                    <a:pt x="65201" y="697585"/>
                  </a:moveTo>
                  <a:lnTo>
                    <a:pt x="47117" y="697585"/>
                  </a:lnTo>
                  <a:lnTo>
                    <a:pt x="46863" y="697585"/>
                  </a:lnTo>
                  <a:lnTo>
                    <a:pt x="44958" y="701395"/>
                  </a:lnTo>
                  <a:lnTo>
                    <a:pt x="38735" y="715365"/>
                  </a:lnTo>
                  <a:lnTo>
                    <a:pt x="39116" y="714095"/>
                  </a:lnTo>
                  <a:lnTo>
                    <a:pt x="35814" y="720445"/>
                  </a:lnTo>
                  <a:lnTo>
                    <a:pt x="32639" y="725525"/>
                  </a:lnTo>
                  <a:lnTo>
                    <a:pt x="32893" y="725525"/>
                  </a:lnTo>
                  <a:lnTo>
                    <a:pt x="29464" y="730605"/>
                  </a:lnTo>
                  <a:lnTo>
                    <a:pt x="27279" y="733882"/>
                  </a:lnTo>
                  <a:lnTo>
                    <a:pt x="26797" y="734415"/>
                  </a:lnTo>
                  <a:lnTo>
                    <a:pt x="25781" y="735685"/>
                  </a:lnTo>
                  <a:lnTo>
                    <a:pt x="24892" y="735685"/>
                  </a:lnTo>
                  <a:lnTo>
                    <a:pt x="23622" y="736955"/>
                  </a:lnTo>
                  <a:lnTo>
                    <a:pt x="23241" y="736955"/>
                  </a:lnTo>
                  <a:lnTo>
                    <a:pt x="21082" y="738225"/>
                  </a:lnTo>
                  <a:lnTo>
                    <a:pt x="19735" y="739622"/>
                  </a:lnTo>
                  <a:lnTo>
                    <a:pt x="22225" y="738225"/>
                  </a:lnTo>
                  <a:lnTo>
                    <a:pt x="20688" y="739622"/>
                  </a:lnTo>
                  <a:lnTo>
                    <a:pt x="19888" y="739622"/>
                  </a:lnTo>
                  <a:lnTo>
                    <a:pt x="19469" y="739927"/>
                  </a:lnTo>
                  <a:lnTo>
                    <a:pt x="19304" y="740041"/>
                  </a:lnTo>
                  <a:lnTo>
                    <a:pt x="19596" y="739622"/>
                  </a:lnTo>
                  <a:lnTo>
                    <a:pt x="18364" y="739622"/>
                  </a:lnTo>
                  <a:lnTo>
                    <a:pt x="16764" y="740765"/>
                  </a:lnTo>
                  <a:lnTo>
                    <a:pt x="16129" y="740765"/>
                  </a:lnTo>
                  <a:lnTo>
                    <a:pt x="14605" y="742035"/>
                  </a:lnTo>
                  <a:lnTo>
                    <a:pt x="8509" y="742035"/>
                  </a:lnTo>
                  <a:lnTo>
                    <a:pt x="7112" y="743305"/>
                  </a:lnTo>
                  <a:lnTo>
                    <a:pt x="4064" y="743305"/>
                  </a:lnTo>
                  <a:lnTo>
                    <a:pt x="1651" y="745845"/>
                  </a:lnTo>
                  <a:lnTo>
                    <a:pt x="889" y="748385"/>
                  </a:lnTo>
                  <a:lnTo>
                    <a:pt x="0" y="752195"/>
                  </a:lnTo>
                  <a:lnTo>
                    <a:pt x="762" y="754735"/>
                  </a:lnTo>
                  <a:lnTo>
                    <a:pt x="5080" y="759815"/>
                  </a:lnTo>
                  <a:lnTo>
                    <a:pt x="8255" y="761085"/>
                  </a:lnTo>
                  <a:lnTo>
                    <a:pt x="11303" y="759815"/>
                  </a:lnTo>
                  <a:lnTo>
                    <a:pt x="14097" y="759815"/>
                  </a:lnTo>
                  <a:lnTo>
                    <a:pt x="15621" y="758545"/>
                  </a:lnTo>
                  <a:lnTo>
                    <a:pt x="18796" y="758545"/>
                  </a:lnTo>
                  <a:lnTo>
                    <a:pt x="20320" y="757275"/>
                  </a:lnTo>
                  <a:lnTo>
                    <a:pt x="21971" y="757275"/>
                  </a:lnTo>
                  <a:lnTo>
                    <a:pt x="22733" y="757275"/>
                  </a:lnTo>
                  <a:lnTo>
                    <a:pt x="24511" y="756005"/>
                  </a:lnTo>
                  <a:lnTo>
                    <a:pt x="23876" y="756323"/>
                  </a:lnTo>
                  <a:lnTo>
                    <a:pt x="24257" y="756005"/>
                  </a:lnTo>
                  <a:lnTo>
                    <a:pt x="24511" y="756005"/>
                  </a:lnTo>
                  <a:lnTo>
                    <a:pt x="26035" y="756005"/>
                  </a:lnTo>
                  <a:lnTo>
                    <a:pt x="28321" y="754735"/>
                  </a:lnTo>
                  <a:lnTo>
                    <a:pt x="29464" y="753465"/>
                  </a:lnTo>
                  <a:lnTo>
                    <a:pt x="28575" y="754735"/>
                  </a:lnTo>
                  <a:lnTo>
                    <a:pt x="29972" y="753465"/>
                  </a:lnTo>
                  <a:lnTo>
                    <a:pt x="32258" y="752195"/>
                  </a:lnTo>
                  <a:lnTo>
                    <a:pt x="32512" y="752195"/>
                  </a:lnTo>
                  <a:lnTo>
                    <a:pt x="33655" y="750925"/>
                  </a:lnTo>
                  <a:lnTo>
                    <a:pt x="34798" y="749655"/>
                  </a:lnTo>
                  <a:lnTo>
                    <a:pt x="35026" y="749401"/>
                  </a:lnTo>
                  <a:lnTo>
                    <a:pt x="36957" y="748385"/>
                  </a:lnTo>
                  <a:lnTo>
                    <a:pt x="37973" y="747115"/>
                  </a:lnTo>
                  <a:lnTo>
                    <a:pt x="39116" y="745845"/>
                  </a:lnTo>
                  <a:lnTo>
                    <a:pt x="41148" y="743305"/>
                  </a:lnTo>
                  <a:lnTo>
                    <a:pt x="43688" y="740765"/>
                  </a:lnTo>
                  <a:lnTo>
                    <a:pt x="45897" y="736955"/>
                  </a:lnTo>
                  <a:lnTo>
                    <a:pt x="47371" y="734415"/>
                  </a:lnTo>
                  <a:lnTo>
                    <a:pt x="47625" y="734415"/>
                  </a:lnTo>
                  <a:lnTo>
                    <a:pt x="48285" y="733145"/>
                  </a:lnTo>
                  <a:lnTo>
                    <a:pt x="50927" y="728065"/>
                  </a:lnTo>
                  <a:lnTo>
                    <a:pt x="54102" y="722985"/>
                  </a:lnTo>
                  <a:lnTo>
                    <a:pt x="54483" y="721715"/>
                  </a:lnTo>
                  <a:lnTo>
                    <a:pt x="57467" y="715365"/>
                  </a:lnTo>
                  <a:lnTo>
                    <a:pt x="60452" y="709015"/>
                  </a:lnTo>
                  <a:lnTo>
                    <a:pt x="62992" y="703935"/>
                  </a:lnTo>
                  <a:lnTo>
                    <a:pt x="63373" y="702665"/>
                  </a:lnTo>
                  <a:lnTo>
                    <a:pt x="65201" y="697585"/>
                  </a:lnTo>
                  <a:close/>
                </a:path>
                <a:path w="614045" h="946785">
                  <a:moveTo>
                    <a:pt x="322199" y="9245"/>
                  </a:moveTo>
                  <a:lnTo>
                    <a:pt x="321310" y="10515"/>
                  </a:lnTo>
                  <a:lnTo>
                    <a:pt x="321348" y="11988"/>
                  </a:lnTo>
                  <a:lnTo>
                    <a:pt x="321475" y="11785"/>
                  </a:lnTo>
                  <a:lnTo>
                    <a:pt x="321602" y="11404"/>
                  </a:lnTo>
                  <a:lnTo>
                    <a:pt x="321818" y="10515"/>
                  </a:lnTo>
                  <a:lnTo>
                    <a:pt x="322199" y="9245"/>
                  </a:lnTo>
                  <a:close/>
                </a:path>
                <a:path w="614045" h="946785">
                  <a:moveTo>
                    <a:pt x="338455" y="19735"/>
                  </a:moveTo>
                  <a:lnTo>
                    <a:pt x="338213" y="19405"/>
                  </a:lnTo>
                  <a:lnTo>
                    <a:pt x="338074" y="19405"/>
                  </a:lnTo>
                  <a:lnTo>
                    <a:pt x="338455" y="19735"/>
                  </a:lnTo>
                  <a:close/>
                </a:path>
                <a:path w="614045" h="946785">
                  <a:moveTo>
                    <a:pt x="339153" y="20675"/>
                  </a:moveTo>
                  <a:lnTo>
                    <a:pt x="338620" y="19875"/>
                  </a:lnTo>
                  <a:lnTo>
                    <a:pt x="338455" y="19735"/>
                  </a:lnTo>
                  <a:lnTo>
                    <a:pt x="338467" y="19875"/>
                  </a:lnTo>
                  <a:lnTo>
                    <a:pt x="338963" y="20675"/>
                  </a:lnTo>
                  <a:lnTo>
                    <a:pt x="339153" y="20675"/>
                  </a:lnTo>
                  <a:close/>
                </a:path>
                <a:path w="614045" h="946785">
                  <a:moveTo>
                    <a:pt x="357390" y="20840"/>
                  </a:moveTo>
                  <a:lnTo>
                    <a:pt x="357327" y="20675"/>
                  </a:lnTo>
                  <a:lnTo>
                    <a:pt x="339598" y="20675"/>
                  </a:lnTo>
                  <a:lnTo>
                    <a:pt x="339217" y="20675"/>
                  </a:lnTo>
                  <a:lnTo>
                    <a:pt x="339255" y="20840"/>
                  </a:lnTo>
                  <a:lnTo>
                    <a:pt x="339420" y="21107"/>
                  </a:lnTo>
                  <a:lnTo>
                    <a:pt x="339293" y="20840"/>
                  </a:lnTo>
                  <a:lnTo>
                    <a:pt x="357390" y="20840"/>
                  </a:lnTo>
                  <a:close/>
                </a:path>
                <a:path w="614045" h="946785">
                  <a:moveTo>
                    <a:pt x="613537" y="942695"/>
                  </a:moveTo>
                  <a:lnTo>
                    <a:pt x="613029" y="938885"/>
                  </a:lnTo>
                  <a:lnTo>
                    <a:pt x="607949" y="912215"/>
                  </a:lnTo>
                  <a:lnTo>
                    <a:pt x="581660" y="815695"/>
                  </a:lnTo>
                  <a:lnTo>
                    <a:pt x="381088" y="96875"/>
                  </a:lnTo>
                  <a:lnTo>
                    <a:pt x="380746" y="95605"/>
                  </a:lnTo>
                  <a:lnTo>
                    <a:pt x="380746" y="96875"/>
                  </a:lnTo>
                  <a:lnTo>
                    <a:pt x="378206" y="86715"/>
                  </a:lnTo>
                  <a:lnTo>
                    <a:pt x="364871" y="40995"/>
                  </a:lnTo>
                  <a:lnTo>
                    <a:pt x="364617" y="39725"/>
                  </a:lnTo>
                  <a:lnTo>
                    <a:pt x="357809" y="21945"/>
                  </a:lnTo>
                  <a:lnTo>
                    <a:pt x="339979" y="21945"/>
                  </a:lnTo>
                  <a:lnTo>
                    <a:pt x="339852" y="21945"/>
                  </a:lnTo>
                  <a:lnTo>
                    <a:pt x="339534" y="21945"/>
                  </a:lnTo>
                  <a:lnTo>
                    <a:pt x="339852" y="23215"/>
                  </a:lnTo>
                  <a:lnTo>
                    <a:pt x="348488" y="46075"/>
                  </a:lnTo>
                  <a:lnTo>
                    <a:pt x="348234" y="46075"/>
                  </a:lnTo>
                  <a:lnTo>
                    <a:pt x="361569" y="91795"/>
                  </a:lnTo>
                  <a:lnTo>
                    <a:pt x="364109" y="100685"/>
                  </a:lnTo>
                  <a:lnTo>
                    <a:pt x="439000" y="367830"/>
                  </a:lnTo>
                  <a:lnTo>
                    <a:pt x="410337" y="373354"/>
                  </a:lnTo>
                  <a:lnTo>
                    <a:pt x="409829" y="373354"/>
                  </a:lnTo>
                  <a:lnTo>
                    <a:pt x="364591" y="384975"/>
                  </a:lnTo>
                  <a:lnTo>
                    <a:pt x="364363" y="385025"/>
                  </a:lnTo>
                  <a:lnTo>
                    <a:pt x="261493" y="407898"/>
                  </a:lnTo>
                  <a:lnTo>
                    <a:pt x="261366" y="407898"/>
                  </a:lnTo>
                  <a:lnTo>
                    <a:pt x="169862" y="428815"/>
                  </a:lnTo>
                  <a:lnTo>
                    <a:pt x="169659" y="428815"/>
                  </a:lnTo>
                  <a:lnTo>
                    <a:pt x="162331" y="429983"/>
                  </a:lnTo>
                  <a:lnTo>
                    <a:pt x="287909" y="112115"/>
                  </a:lnTo>
                  <a:lnTo>
                    <a:pt x="289763" y="107035"/>
                  </a:lnTo>
                  <a:lnTo>
                    <a:pt x="293497" y="96875"/>
                  </a:lnTo>
                  <a:lnTo>
                    <a:pt x="293243" y="98145"/>
                  </a:lnTo>
                  <a:lnTo>
                    <a:pt x="293763" y="96875"/>
                  </a:lnTo>
                  <a:lnTo>
                    <a:pt x="299593" y="82905"/>
                  </a:lnTo>
                  <a:lnTo>
                    <a:pt x="306451" y="68935"/>
                  </a:lnTo>
                  <a:lnTo>
                    <a:pt x="306197" y="68935"/>
                  </a:lnTo>
                  <a:lnTo>
                    <a:pt x="313817" y="54965"/>
                  </a:lnTo>
                  <a:lnTo>
                    <a:pt x="313436" y="56235"/>
                  </a:lnTo>
                  <a:lnTo>
                    <a:pt x="314236" y="54965"/>
                  </a:lnTo>
                  <a:lnTo>
                    <a:pt x="336804" y="19405"/>
                  </a:lnTo>
                  <a:lnTo>
                    <a:pt x="337083" y="18249"/>
                  </a:lnTo>
                  <a:lnTo>
                    <a:pt x="337362" y="18249"/>
                  </a:lnTo>
                  <a:lnTo>
                    <a:pt x="337502" y="18249"/>
                  </a:lnTo>
                  <a:lnTo>
                    <a:pt x="338531" y="19735"/>
                  </a:lnTo>
                  <a:lnTo>
                    <a:pt x="338620" y="19875"/>
                  </a:lnTo>
                  <a:lnTo>
                    <a:pt x="357022" y="19875"/>
                  </a:lnTo>
                  <a:lnTo>
                    <a:pt x="356958" y="19735"/>
                  </a:lnTo>
                  <a:lnTo>
                    <a:pt x="356844" y="19405"/>
                  </a:lnTo>
                  <a:lnTo>
                    <a:pt x="356387" y="18249"/>
                  </a:lnTo>
                  <a:lnTo>
                    <a:pt x="355752" y="16129"/>
                  </a:lnTo>
                  <a:lnTo>
                    <a:pt x="355663" y="15595"/>
                  </a:lnTo>
                  <a:lnTo>
                    <a:pt x="355346" y="14325"/>
                  </a:lnTo>
                  <a:lnTo>
                    <a:pt x="355130" y="13639"/>
                  </a:lnTo>
                  <a:lnTo>
                    <a:pt x="355066" y="13436"/>
                  </a:lnTo>
                  <a:lnTo>
                    <a:pt x="354977" y="13119"/>
                  </a:lnTo>
                  <a:lnTo>
                    <a:pt x="354482" y="13119"/>
                  </a:lnTo>
                  <a:lnTo>
                    <a:pt x="353809" y="11988"/>
                  </a:lnTo>
                  <a:lnTo>
                    <a:pt x="353923" y="12344"/>
                  </a:lnTo>
                  <a:lnTo>
                    <a:pt x="353771" y="11988"/>
                  </a:lnTo>
                  <a:lnTo>
                    <a:pt x="353695" y="11785"/>
                  </a:lnTo>
                  <a:lnTo>
                    <a:pt x="353568" y="11785"/>
                  </a:lnTo>
                  <a:lnTo>
                    <a:pt x="353314" y="11404"/>
                  </a:lnTo>
                  <a:lnTo>
                    <a:pt x="353314" y="11785"/>
                  </a:lnTo>
                  <a:lnTo>
                    <a:pt x="353085" y="11404"/>
                  </a:lnTo>
                  <a:lnTo>
                    <a:pt x="353314" y="11404"/>
                  </a:lnTo>
                  <a:lnTo>
                    <a:pt x="352933" y="10515"/>
                  </a:lnTo>
                  <a:lnTo>
                    <a:pt x="350774" y="6705"/>
                  </a:lnTo>
                  <a:lnTo>
                    <a:pt x="351155" y="7975"/>
                  </a:lnTo>
                  <a:lnTo>
                    <a:pt x="351917" y="9245"/>
                  </a:lnTo>
                  <a:lnTo>
                    <a:pt x="352590" y="10515"/>
                  </a:lnTo>
                  <a:lnTo>
                    <a:pt x="351155" y="7975"/>
                  </a:lnTo>
                  <a:lnTo>
                    <a:pt x="350939" y="7696"/>
                  </a:lnTo>
                  <a:lnTo>
                    <a:pt x="350647" y="6705"/>
                  </a:lnTo>
                  <a:lnTo>
                    <a:pt x="349377" y="5435"/>
                  </a:lnTo>
                  <a:lnTo>
                    <a:pt x="350774" y="6705"/>
                  </a:lnTo>
                  <a:lnTo>
                    <a:pt x="349758" y="5435"/>
                  </a:lnTo>
                  <a:lnTo>
                    <a:pt x="348500" y="4191"/>
                  </a:lnTo>
                  <a:lnTo>
                    <a:pt x="348068" y="3962"/>
                  </a:lnTo>
                  <a:lnTo>
                    <a:pt x="346710" y="2895"/>
                  </a:lnTo>
                  <a:lnTo>
                    <a:pt x="346202" y="2895"/>
                  </a:lnTo>
                  <a:lnTo>
                    <a:pt x="345249" y="1727"/>
                  </a:lnTo>
                  <a:lnTo>
                    <a:pt x="343585" y="1727"/>
                  </a:lnTo>
                  <a:lnTo>
                    <a:pt x="342823" y="457"/>
                  </a:lnTo>
                  <a:lnTo>
                    <a:pt x="341757" y="457"/>
                  </a:lnTo>
                  <a:lnTo>
                    <a:pt x="341757" y="15595"/>
                  </a:lnTo>
                  <a:lnTo>
                    <a:pt x="341337" y="15875"/>
                  </a:lnTo>
                  <a:lnTo>
                    <a:pt x="341045" y="16129"/>
                  </a:lnTo>
                  <a:lnTo>
                    <a:pt x="338810" y="16891"/>
                  </a:lnTo>
                  <a:lnTo>
                    <a:pt x="338188" y="17094"/>
                  </a:lnTo>
                  <a:lnTo>
                    <a:pt x="338823" y="16827"/>
                  </a:lnTo>
                  <a:lnTo>
                    <a:pt x="340474" y="16129"/>
                  </a:lnTo>
                  <a:lnTo>
                    <a:pt x="341757" y="15595"/>
                  </a:lnTo>
                  <a:lnTo>
                    <a:pt x="341757" y="457"/>
                  </a:lnTo>
                  <a:lnTo>
                    <a:pt x="340093" y="457"/>
                  </a:lnTo>
                  <a:lnTo>
                    <a:pt x="340093" y="15608"/>
                  </a:lnTo>
                  <a:lnTo>
                    <a:pt x="339420" y="15875"/>
                  </a:lnTo>
                  <a:lnTo>
                    <a:pt x="338899" y="16065"/>
                  </a:lnTo>
                  <a:lnTo>
                    <a:pt x="339344" y="15595"/>
                  </a:lnTo>
                  <a:lnTo>
                    <a:pt x="339598" y="15595"/>
                  </a:lnTo>
                  <a:lnTo>
                    <a:pt x="339979" y="15595"/>
                  </a:lnTo>
                  <a:lnTo>
                    <a:pt x="339305" y="15875"/>
                  </a:lnTo>
                  <a:lnTo>
                    <a:pt x="340093" y="15608"/>
                  </a:lnTo>
                  <a:lnTo>
                    <a:pt x="340093" y="457"/>
                  </a:lnTo>
                  <a:lnTo>
                    <a:pt x="338696" y="457"/>
                  </a:lnTo>
                  <a:lnTo>
                    <a:pt x="338696" y="16129"/>
                  </a:lnTo>
                  <a:lnTo>
                    <a:pt x="338328" y="16281"/>
                  </a:lnTo>
                  <a:lnTo>
                    <a:pt x="337997" y="16421"/>
                  </a:lnTo>
                  <a:lnTo>
                    <a:pt x="338023" y="16141"/>
                  </a:lnTo>
                  <a:lnTo>
                    <a:pt x="337629" y="16294"/>
                  </a:lnTo>
                  <a:lnTo>
                    <a:pt x="337616" y="16129"/>
                  </a:lnTo>
                  <a:lnTo>
                    <a:pt x="337807" y="15506"/>
                  </a:lnTo>
                  <a:lnTo>
                    <a:pt x="337985" y="14732"/>
                  </a:lnTo>
                  <a:lnTo>
                    <a:pt x="337566" y="15595"/>
                  </a:lnTo>
                  <a:lnTo>
                    <a:pt x="337451" y="15875"/>
                  </a:lnTo>
                  <a:lnTo>
                    <a:pt x="337350" y="16129"/>
                  </a:lnTo>
                  <a:lnTo>
                    <a:pt x="337210" y="16471"/>
                  </a:lnTo>
                  <a:lnTo>
                    <a:pt x="336969" y="16573"/>
                  </a:lnTo>
                  <a:lnTo>
                    <a:pt x="336715" y="16129"/>
                  </a:lnTo>
                  <a:lnTo>
                    <a:pt x="336575" y="15875"/>
                  </a:lnTo>
                  <a:lnTo>
                    <a:pt x="336575" y="16129"/>
                  </a:lnTo>
                  <a:lnTo>
                    <a:pt x="336499" y="15875"/>
                  </a:lnTo>
                  <a:lnTo>
                    <a:pt x="336423" y="15595"/>
                  </a:lnTo>
                  <a:lnTo>
                    <a:pt x="337566" y="15595"/>
                  </a:lnTo>
                  <a:lnTo>
                    <a:pt x="338074" y="14325"/>
                  </a:lnTo>
                  <a:lnTo>
                    <a:pt x="338556" y="13119"/>
                  </a:lnTo>
                  <a:lnTo>
                    <a:pt x="338480" y="13639"/>
                  </a:lnTo>
                  <a:lnTo>
                    <a:pt x="338442" y="13817"/>
                  </a:lnTo>
                  <a:lnTo>
                    <a:pt x="338353" y="14325"/>
                  </a:lnTo>
                  <a:lnTo>
                    <a:pt x="338137" y="15595"/>
                  </a:lnTo>
                  <a:lnTo>
                    <a:pt x="338035" y="16129"/>
                  </a:lnTo>
                  <a:lnTo>
                    <a:pt x="338378" y="16129"/>
                  </a:lnTo>
                  <a:lnTo>
                    <a:pt x="338696" y="16129"/>
                  </a:lnTo>
                  <a:lnTo>
                    <a:pt x="338696" y="457"/>
                  </a:lnTo>
                  <a:lnTo>
                    <a:pt x="336575" y="457"/>
                  </a:lnTo>
                  <a:lnTo>
                    <a:pt x="335724" y="457"/>
                  </a:lnTo>
                  <a:lnTo>
                    <a:pt x="335724" y="15875"/>
                  </a:lnTo>
                  <a:lnTo>
                    <a:pt x="335280" y="15595"/>
                  </a:lnTo>
                  <a:lnTo>
                    <a:pt x="335534" y="15595"/>
                  </a:lnTo>
                  <a:lnTo>
                    <a:pt x="335724" y="15875"/>
                  </a:lnTo>
                  <a:lnTo>
                    <a:pt x="335724" y="457"/>
                  </a:lnTo>
                  <a:lnTo>
                    <a:pt x="335051" y="457"/>
                  </a:lnTo>
                  <a:lnTo>
                    <a:pt x="336143" y="0"/>
                  </a:lnTo>
                  <a:lnTo>
                    <a:pt x="334695" y="457"/>
                  </a:lnTo>
                  <a:lnTo>
                    <a:pt x="333971" y="457"/>
                  </a:lnTo>
                  <a:lnTo>
                    <a:pt x="333209" y="457"/>
                  </a:lnTo>
                  <a:lnTo>
                    <a:pt x="332549" y="457"/>
                  </a:lnTo>
                  <a:lnTo>
                    <a:pt x="332130" y="457"/>
                  </a:lnTo>
                  <a:lnTo>
                    <a:pt x="332130" y="1092"/>
                  </a:lnTo>
                  <a:lnTo>
                    <a:pt x="331139" y="1689"/>
                  </a:lnTo>
                  <a:lnTo>
                    <a:pt x="331139" y="2616"/>
                  </a:lnTo>
                  <a:lnTo>
                    <a:pt x="331050" y="2755"/>
                  </a:lnTo>
                  <a:lnTo>
                    <a:pt x="330962" y="2895"/>
                  </a:lnTo>
                  <a:lnTo>
                    <a:pt x="330708" y="2895"/>
                  </a:lnTo>
                  <a:lnTo>
                    <a:pt x="331050" y="2755"/>
                  </a:lnTo>
                  <a:lnTo>
                    <a:pt x="327393" y="4178"/>
                  </a:lnTo>
                  <a:lnTo>
                    <a:pt x="330454" y="2895"/>
                  </a:lnTo>
                  <a:lnTo>
                    <a:pt x="331139" y="2616"/>
                  </a:lnTo>
                  <a:lnTo>
                    <a:pt x="331139" y="1689"/>
                  </a:lnTo>
                  <a:lnTo>
                    <a:pt x="330669" y="1727"/>
                  </a:lnTo>
                  <a:lnTo>
                    <a:pt x="330034" y="1727"/>
                  </a:lnTo>
                  <a:lnTo>
                    <a:pt x="332003" y="1092"/>
                  </a:lnTo>
                  <a:lnTo>
                    <a:pt x="332130" y="1092"/>
                  </a:lnTo>
                  <a:lnTo>
                    <a:pt x="332130" y="457"/>
                  </a:lnTo>
                  <a:lnTo>
                    <a:pt x="331431" y="457"/>
                  </a:lnTo>
                  <a:lnTo>
                    <a:pt x="329920" y="1346"/>
                  </a:lnTo>
                  <a:lnTo>
                    <a:pt x="329806" y="2641"/>
                  </a:lnTo>
                  <a:lnTo>
                    <a:pt x="329184" y="2895"/>
                  </a:lnTo>
                  <a:lnTo>
                    <a:pt x="329412" y="2755"/>
                  </a:lnTo>
                  <a:lnTo>
                    <a:pt x="329806" y="2641"/>
                  </a:lnTo>
                  <a:lnTo>
                    <a:pt x="329806" y="1435"/>
                  </a:lnTo>
                  <a:lnTo>
                    <a:pt x="329361" y="1727"/>
                  </a:lnTo>
                  <a:lnTo>
                    <a:pt x="327469" y="4076"/>
                  </a:lnTo>
                  <a:lnTo>
                    <a:pt x="322199" y="9245"/>
                  </a:lnTo>
                  <a:lnTo>
                    <a:pt x="321919" y="10515"/>
                  </a:lnTo>
                  <a:lnTo>
                    <a:pt x="321602" y="11404"/>
                  </a:lnTo>
                  <a:lnTo>
                    <a:pt x="321513" y="11785"/>
                  </a:lnTo>
                  <a:lnTo>
                    <a:pt x="321310" y="12700"/>
                  </a:lnTo>
                  <a:lnTo>
                    <a:pt x="321462" y="12700"/>
                  </a:lnTo>
                  <a:lnTo>
                    <a:pt x="321373" y="13119"/>
                  </a:lnTo>
                  <a:lnTo>
                    <a:pt x="320929" y="14325"/>
                  </a:lnTo>
                  <a:lnTo>
                    <a:pt x="321081" y="13639"/>
                  </a:lnTo>
                  <a:lnTo>
                    <a:pt x="321132" y="13436"/>
                  </a:lnTo>
                  <a:lnTo>
                    <a:pt x="321373" y="13119"/>
                  </a:lnTo>
                  <a:lnTo>
                    <a:pt x="321310" y="12700"/>
                  </a:lnTo>
                  <a:lnTo>
                    <a:pt x="321348" y="11988"/>
                  </a:lnTo>
                  <a:lnTo>
                    <a:pt x="298831" y="46075"/>
                  </a:lnTo>
                  <a:lnTo>
                    <a:pt x="298577" y="47345"/>
                  </a:lnTo>
                  <a:lnTo>
                    <a:pt x="290830" y="61315"/>
                  </a:lnTo>
                  <a:lnTo>
                    <a:pt x="283972" y="75285"/>
                  </a:lnTo>
                  <a:lnTo>
                    <a:pt x="283845" y="76555"/>
                  </a:lnTo>
                  <a:lnTo>
                    <a:pt x="277368" y="90525"/>
                  </a:lnTo>
                  <a:lnTo>
                    <a:pt x="277114" y="91795"/>
                  </a:lnTo>
                  <a:lnTo>
                    <a:pt x="271780" y="107035"/>
                  </a:lnTo>
                  <a:lnTo>
                    <a:pt x="271907" y="105765"/>
                  </a:lnTo>
                  <a:lnTo>
                    <a:pt x="142354" y="433171"/>
                  </a:lnTo>
                  <a:lnTo>
                    <a:pt x="140716" y="433425"/>
                  </a:lnTo>
                  <a:lnTo>
                    <a:pt x="140335" y="433425"/>
                  </a:lnTo>
                  <a:lnTo>
                    <a:pt x="124079" y="436727"/>
                  </a:lnTo>
                  <a:lnTo>
                    <a:pt x="122174" y="437362"/>
                  </a:lnTo>
                  <a:lnTo>
                    <a:pt x="114427" y="440918"/>
                  </a:lnTo>
                  <a:lnTo>
                    <a:pt x="112522" y="443966"/>
                  </a:lnTo>
                  <a:lnTo>
                    <a:pt x="112636" y="453618"/>
                  </a:lnTo>
                  <a:lnTo>
                    <a:pt x="116332" y="457428"/>
                  </a:lnTo>
                  <a:lnTo>
                    <a:pt x="125857" y="457428"/>
                  </a:lnTo>
                  <a:lnTo>
                    <a:pt x="128143" y="455142"/>
                  </a:lnTo>
                  <a:lnTo>
                    <a:pt x="129667" y="453618"/>
                  </a:lnTo>
                  <a:lnTo>
                    <a:pt x="129794" y="453618"/>
                  </a:lnTo>
                  <a:lnTo>
                    <a:pt x="129794" y="453174"/>
                  </a:lnTo>
                  <a:lnTo>
                    <a:pt x="128409" y="453453"/>
                  </a:lnTo>
                  <a:lnTo>
                    <a:pt x="129743" y="453174"/>
                  </a:lnTo>
                  <a:lnTo>
                    <a:pt x="129794" y="452983"/>
                  </a:lnTo>
                  <a:lnTo>
                    <a:pt x="129794" y="453174"/>
                  </a:lnTo>
                  <a:lnTo>
                    <a:pt x="134823" y="452196"/>
                  </a:lnTo>
                  <a:lnTo>
                    <a:pt x="120142" y="489305"/>
                  </a:lnTo>
                  <a:lnTo>
                    <a:pt x="92456" y="571855"/>
                  </a:lnTo>
                  <a:lnTo>
                    <a:pt x="47561" y="696341"/>
                  </a:lnTo>
                  <a:lnTo>
                    <a:pt x="65646" y="696341"/>
                  </a:lnTo>
                  <a:lnTo>
                    <a:pt x="108712" y="576935"/>
                  </a:lnTo>
                  <a:lnTo>
                    <a:pt x="136525" y="494385"/>
                  </a:lnTo>
                  <a:lnTo>
                    <a:pt x="136398" y="495655"/>
                  </a:lnTo>
                  <a:lnTo>
                    <a:pt x="136893" y="494385"/>
                  </a:lnTo>
                  <a:lnTo>
                    <a:pt x="154978" y="448602"/>
                  </a:lnTo>
                  <a:lnTo>
                    <a:pt x="163283" y="447268"/>
                  </a:lnTo>
                  <a:lnTo>
                    <a:pt x="172847" y="445744"/>
                  </a:lnTo>
                  <a:lnTo>
                    <a:pt x="173482" y="445744"/>
                  </a:lnTo>
                  <a:lnTo>
                    <a:pt x="370332" y="401421"/>
                  </a:lnTo>
                  <a:lnTo>
                    <a:pt x="370586" y="401421"/>
                  </a:lnTo>
                  <a:lnTo>
                    <a:pt x="414147" y="390245"/>
                  </a:lnTo>
                  <a:lnTo>
                    <a:pt x="414782" y="389991"/>
                  </a:lnTo>
                  <a:lnTo>
                    <a:pt x="430428" y="384594"/>
                  </a:lnTo>
                  <a:lnTo>
                    <a:pt x="442531" y="380415"/>
                  </a:lnTo>
                  <a:lnTo>
                    <a:pt x="592709" y="916025"/>
                  </a:lnTo>
                  <a:lnTo>
                    <a:pt x="600710" y="942695"/>
                  </a:lnTo>
                  <a:lnTo>
                    <a:pt x="601726" y="945235"/>
                  </a:lnTo>
                  <a:lnTo>
                    <a:pt x="605028" y="946505"/>
                  </a:lnTo>
                  <a:lnTo>
                    <a:pt x="608330" y="946505"/>
                  </a:lnTo>
                  <a:lnTo>
                    <a:pt x="611505" y="945235"/>
                  </a:lnTo>
                  <a:lnTo>
                    <a:pt x="613537" y="942695"/>
                  </a:lnTo>
                  <a:close/>
                </a:path>
              </a:pathLst>
            </a:custGeom>
            <a:solidFill>
              <a:srgbClr val="E712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Mutually</a:t>
            </a:r>
            <a:r>
              <a:rPr spc="-110" dirty="0"/>
              <a:t> </a:t>
            </a:r>
            <a:r>
              <a:rPr dirty="0"/>
              <a:t>Exclusive</a:t>
            </a:r>
            <a:r>
              <a:rPr spc="-90" dirty="0"/>
              <a:t> </a:t>
            </a:r>
            <a:r>
              <a:rPr dirty="0"/>
              <a:t>and</a:t>
            </a:r>
            <a:r>
              <a:rPr spc="-95" dirty="0"/>
              <a:t> </a:t>
            </a:r>
            <a:r>
              <a:rPr dirty="0"/>
              <a:t>Exhaustive</a:t>
            </a:r>
            <a:r>
              <a:rPr spc="-85" dirty="0"/>
              <a:t> </a:t>
            </a:r>
            <a:r>
              <a:rPr spc="-10" dirty="0"/>
              <a:t>events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0980" y="1717928"/>
            <a:ext cx="3206750" cy="1287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Exhaustive</a:t>
            </a:r>
            <a:r>
              <a:rPr sz="1800" b="1" spc="-35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Events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050"/>
              </a:lnSpc>
              <a:spcBef>
                <a:spcPts val="1725"/>
              </a:spcBef>
            </a:pPr>
            <a:r>
              <a:rPr sz="1800" dirty="0">
                <a:latin typeface="Tahoma"/>
                <a:cs typeface="Tahoma"/>
              </a:rPr>
              <a:t>Event: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Dice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(36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sample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spaces)</a:t>
            </a: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ts val="1945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Event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A: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P(at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least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one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6)</a:t>
            </a: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ts val="2055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Event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B: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P(sum&lt;11)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2997" y="3358641"/>
            <a:ext cx="4714240" cy="2565400"/>
            <a:chOff x="872997" y="3358641"/>
            <a:chExt cx="4714240" cy="2565400"/>
          </a:xfrm>
        </p:grpSpPr>
        <p:sp>
          <p:nvSpPr>
            <p:cNvPr id="5" name="object 5"/>
            <p:cNvSpPr/>
            <p:nvPr/>
          </p:nvSpPr>
          <p:spPr>
            <a:xfrm>
              <a:off x="1228343" y="3700271"/>
              <a:ext cx="1854835" cy="1812289"/>
            </a:xfrm>
            <a:custGeom>
              <a:avLst/>
              <a:gdLst/>
              <a:ahLst/>
              <a:cxnLst/>
              <a:rect l="l" t="t" r="r" b="b"/>
              <a:pathLst>
                <a:path w="1854835" h="1812289">
                  <a:moveTo>
                    <a:pt x="0" y="906017"/>
                  </a:moveTo>
                  <a:lnTo>
                    <a:pt x="1285" y="857900"/>
                  </a:lnTo>
                  <a:lnTo>
                    <a:pt x="5098" y="810436"/>
                  </a:lnTo>
                  <a:lnTo>
                    <a:pt x="11375" y="763690"/>
                  </a:lnTo>
                  <a:lnTo>
                    <a:pt x="20053" y="717722"/>
                  </a:lnTo>
                  <a:lnTo>
                    <a:pt x="31065" y="672597"/>
                  </a:lnTo>
                  <a:lnTo>
                    <a:pt x="44350" y="628376"/>
                  </a:lnTo>
                  <a:lnTo>
                    <a:pt x="59842" y="585122"/>
                  </a:lnTo>
                  <a:lnTo>
                    <a:pt x="77478" y="542898"/>
                  </a:lnTo>
                  <a:lnTo>
                    <a:pt x="97193" y="501767"/>
                  </a:lnTo>
                  <a:lnTo>
                    <a:pt x="118924" y="461791"/>
                  </a:lnTo>
                  <a:lnTo>
                    <a:pt x="142606" y="423032"/>
                  </a:lnTo>
                  <a:lnTo>
                    <a:pt x="168175" y="385554"/>
                  </a:lnTo>
                  <a:lnTo>
                    <a:pt x="195568" y="349418"/>
                  </a:lnTo>
                  <a:lnTo>
                    <a:pt x="224719" y="314689"/>
                  </a:lnTo>
                  <a:lnTo>
                    <a:pt x="255566" y="281427"/>
                  </a:lnTo>
                  <a:lnTo>
                    <a:pt x="288044" y="249696"/>
                  </a:lnTo>
                  <a:lnTo>
                    <a:pt x="322088" y="219558"/>
                  </a:lnTo>
                  <a:lnTo>
                    <a:pt x="357635" y="191076"/>
                  </a:lnTo>
                  <a:lnTo>
                    <a:pt x="394621" y="164313"/>
                  </a:lnTo>
                  <a:lnTo>
                    <a:pt x="432982" y="139332"/>
                  </a:lnTo>
                  <a:lnTo>
                    <a:pt x="472653" y="116194"/>
                  </a:lnTo>
                  <a:lnTo>
                    <a:pt x="513571" y="94962"/>
                  </a:lnTo>
                  <a:lnTo>
                    <a:pt x="555672" y="75699"/>
                  </a:lnTo>
                  <a:lnTo>
                    <a:pt x="598890" y="58469"/>
                  </a:lnTo>
                  <a:lnTo>
                    <a:pt x="643163" y="43332"/>
                  </a:lnTo>
                  <a:lnTo>
                    <a:pt x="688426" y="30353"/>
                  </a:lnTo>
                  <a:lnTo>
                    <a:pt x="734616" y="19592"/>
                  </a:lnTo>
                  <a:lnTo>
                    <a:pt x="781667" y="11114"/>
                  </a:lnTo>
                  <a:lnTo>
                    <a:pt x="829517" y="4981"/>
                  </a:lnTo>
                  <a:lnTo>
                    <a:pt x="878100" y="1255"/>
                  </a:lnTo>
                  <a:lnTo>
                    <a:pt x="927354" y="0"/>
                  </a:lnTo>
                  <a:lnTo>
                    <a:pt x="976607" y="1255"/>
                  </a:lnTo>
                  <a:lnTo>
                    <a:pt x="1025190" y="4981"/>
                  </a:lnTo>
                  <a:lnTo>
                    <a:pt x="1073040" y="11114"/>
                  </a:lnTo>
                  <a:lnTo>
                    <a:pt x="1120091" y="19592"/>
                  </a:lnTo>
                  <a:lnTo>
                    <a:pt x="1166281" y="30353"/>
                  </a:lnTo>
                  <a:lnTo>
                    <a:pt x="1211544" y="43332"/>
                  </a:lnTo>
                  <a:lnTo>
                    <a:pt x="1255817" y="58469"/>
                  </a:lnTo>
                  <a:lnTo>
                    <a:pt x="1299035" y="75699"/>
                  </a:lnTo>
                  <a:lnTo>
                    <a:pt x="1341136" y="94962"/>
                  </a:lnTo>
                  <a:lnTo>
                    <a:pt x="1382054" y="116194"/>
                  </a:lnTo>
                  <a:lnTo>
                    <a:pt x="1421725" y="139332"/>
                  </a:lnTo>
                  <a:lnTo>
                    <a:pt x="1460086" y="164313"/>
                  </a:lnTo>
                  <a:lnTo>
                    <a:pt x="1497072" y="191076"/>
                  </a:lnTo>
                  <a:lnTo>
                    <a:pt x="1532619" y="219558"/>
                  </a:lnTo>
                  <a:lnTo>
                    <a:pt x="1566663" y="249696"/>
                  </a:lnTo>
                  <a:lnTo>
                    <a:pt x="1599141" y="281427"/>
                  </a:lnTo>
                  <a:lnTo>
                    <a:pt x="1629988" y="314689"/>
                  </a:lnTo>
                  <a:lnTo>
                    <a:pt x="1659139" y="349418"/>
                  </a:lnTo>
                  <a:lnTo>
                    <a:pt x="1686532" y="385554"/>
                  </a:lnTo>
                  <a:lnTo>
                    <a:pt x="1712101" y="423032"/>
                  </a:lnTo>
                  <a:lnTo>
                    <a:pt x="1735783" y="461791"/>
                  </a:lnTo>
                  <a:lnTo>
                    <a:pt x="1757514" y="501767"/>
                  </a:lnTo>
                  <a:lnTo>
                    <a:pt x="1777229" y="542898"/>
                  </a:lnTo>
                  <a:lnTo>
                    <a:pt x="1794865" y="585122"/>
                  </a:lnTo>
                  <a:lnTo>
                    <a:pt x="1810357" y="628376"/>
                  </a:lnTo>
                  <a:lnTo>
                    <a:pt x="1823642" y="672597"/>
                  </a:lnTo>
                  <a:lnTo>
                    <a:pt x="1834654" y="717722"/>
                  </a:lnTo>
                  <a:lnTo>
                    <a:pt x="1843332" y="763690"/>
                  </a:lnTo>
                  <a:lnTo>
                    <a:pt x="1849609" y="810436"/>
                  </a:lnTo>
                  <a:lnTo>
                    <a:pt x="1853422" y="857900"/>
                  </a:lnTo>
                  <a:lnTo>
                    <a:pt x="1854708" y="906017"/>
                  </a:lnTo>
                  <a:lnTo>
                    <a:pt x="1853422" y="954135"/>
                  </a:lnTo>
                  <a:lnTo>
                    <a:pt x="1849609" y="1001599"/>
                  </a:lnTo>
                  <a:lnTo>
                    <a:pt x="1843332" y="1048345"/>
                  </a:lnTo>
                  <a:lnTo>
                    <a:pt x="1834654" y="1094313"/>
                  </a:lnTo>
                  <a:lnTo>
                    <a:pt x="1823642" y="1139438"/>
                  </a:lnTo>
                  <a:lnTo>
                    <a:pt x="1810357" y="1183659"/>
                  </a:lnTo>
                  <a:lnTo>
                    <a:pt x="1794865" y="1226913"/>
                  </a:lnTo>
                  <a:lnTo>
                    <a:pt x="1777229" y="1269137"/>
                  </a:lnTo>
                  <a:lnTo>
                    <a:pt x="1757514" y="1310268"/>
                  </a:lnTo>
                  <a:lnTo>
                    <a:pt x="1735783" y="1350244"/>
                  </a:lnTo>
                  <a:lnTo>
                    <a:pt x="1712101" y="1389003"/>
                  </a:lnTo>
                  <a:lnTo>
                    <a:pt x="1686532" y="1426481"/>
                  </a:lnTo>
                  <a:lnTo>
                    <a:pt x="1659139" y="1462617"/>
                  </a:lnTo>
                  <a:lnTo>
                    <a:pt x="1629988" y="1497346"/>
                  </a:lnTo>
                  <a:lnTo>
                    <a:pt x="1599141" y="1530608"/>
                  </a:lnTo>
                  <a:lnTo>
                    <a:pt x="1566663" y="1562339"/>
                  </a:lnTo>
                  <a:lnTo>
                    <a:pt x="1532619" y="1592477"/>
                  </a:lnTo>
                  <a:lnTo>
                    <a:pt x="1497072" y="1620959"/>
                  </a:lnTo>
                  <a:lnTo>
                    <a:pt x="1460086" y="1647722"/>
                  </a:lnTo>
                  <a:lnTo>
                    <a:pt x="1421725" y="1672703"/>
                  </a:lnTo>
                  <a:lnTo>
                    <a:pt x="1382054" y="1695841"/>
                  </a:lnTo>
                  <a:lnTo>
                    <a:pt x="1341136" y="1717073"/>
                  </a:lnTo>
                  <a:lnTo>
                    <a:pt x="1299035" y="1736336"/>
                  </a:lnTo>
                  <a:lnTo>
                    <a:pt x="1255817" y="1753566"/>
                  </a:lnTo>
                  <a:lnTo>
                    <a:pt x="1211544" y="1768703"/>
                  </a:lnTo>
                  <a:lnTo>
                    <a:pt x="1166281" y="1781682"/>
                  </a:lnTo>
                  <a:lnTo>
                    <a:pt x="1120091" y="1792443"/>
                  </a:lnTo>
                  <a:lnTo>
                    <a:pt x="1073040" y="1800921"/>
                  </a:lnTo>
                  <a:lnTo>
                    <a:pt x="1025190" y="1807054"/>
                  </a:lnTo>
                  <a:lnTo>
                    <a:pt x="976607" y="1810780"/>
                  </a:lnTo>
                  <a:lnTo>
                    <a:pt x="927354" y="1812036"/>
                  </a:lnTo>
                  <a:lnTo>
                    <a:pt x="878100" y="1810780"/>
                  </a:lnTo>
                  <a:lnTo>
                    <a:pt x="829517" y="1807054"/>
                  </a:lnTo>
                  <a:lnTo>
                    <a:pt x="781667" y="1800921"/>
                  </a:lnTo>
                  <a:lnTo>
                    <a:pt x="734616" y="1792443"/>
                  </a:lnTo>
                  <a:lnTo>
                    <a:pt x="688426" y="1781682"/>
                  </a:lnTo>
                  <a:lnTo>
                    <a:pt x="643163" y="1768703"/>
                  </a:lnTo>
                  <a:lnTo>
                    <a:pt x="598890" y="1753566"/>
                  </a:lnTo>
                  <a:lnTo>
                    <a:pt x="555672" y="1736336"/>
                  </a:lnTo>
                  <a:lnTo>
                    <a:pt x="513571" y="1717073"/>
                  </a:lnTo>
                  <a:lnTo>
                    <a:pt x="472653" y="1695841"/>
                  </a:lnTo>
                  <a:lnTo>
                    <a:pt x="432982" y="1672703"/>
                  </a:lnTo>
                  <a:lnTo>
                    <a:pt x="394621" y="1647722"/>
                  </a:lnTo>
                  <a:lnTo>
                    <a:pt x="357635" y="1620959"/>
                  </a:lnTo>
                  <a:lnTo>
                    <a:pt x="322088" y="1592477"/>
                  </a:lnTo>
                  <a:lnTo>
                    <a:pt x="288044" y="1562339"/>
                  </a:lnTo>
                  <a:lnTo>
                    <a:pt x="255566" y="1530608"/>
                  </a:lnTo>
                  <a:lnTo>
                    <a:pt x="224719" y="1497346"/>
                  </a:lnTo>
                  <a:lnTo>
                    <a:pt x="195568" y="1462617"/>
                  </a:lnTo>
                  <a:lnTo>
                    <a:pt x="168175" y="1426481"/>
                  </a:lnTo>
                  <a:lnTo>
                    <a:pt x="142606" y="1389003"/>
                  </a:lnTo>
                  <a:lnTo>
                    <a:pt x="118924" y="1350244"/>
                  </a:lnTo>
                  <a:lnTo>
                    <a:pt x="97193" y="1310268"/>
                  </a:lnTo>
                  <a:lnTo>
                    <a:pt x="77478" y="1269137"/>
                  </a:lnTo>
                  <a:lnTo>
                    <a:pt x="59842" y="1226913"/>
                  </a:lnTo>
                  <a:lnTo>
                    <a:pt x="44350" y="1183659"/>
                  </a:lnTo>
                  <a:lnTo>
                    <a:pt x="31065" y="1139438"/>
                  </a:lnTo>
                  <a:lnTo>
                    <a:pt x="20053" y="1094313"/>
                  </a:lnTo>
                  <a:lnTo>
                    <a:pt x="11375" y="1048345"/>
                  </a:lnTo>
                  <a:lnTo>
                    <a:pt x="5098" y="1001599"/>
                  </a:lnTo>
                  <a:lnTo>
                    <a:pt x="1285" y="954135"/>
                  </a:lnTo>
                  <a:lnTo>
                    <a:pt x="0" y="906017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38830" y="3693921"/>
              <a:ext cx="1867408" cy="182473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45945" y="4123689"/>
              <a:ext cx="614045" cy="946150"/>
            </a:xfrm>
            <a:custGeom>
              <a:avLst/>
              <a:gdLst/>
              <a:ahLst/>
              <a:cxnLst/>
              <a:rect l="l" t="t" r="r" b="b"/>
              <a:pathLst>
                <a:path w="614044" h="946150">
                  <a:moveTo>
                    <a:pt x="65328" y="697230"/>
                  </a:moveTo>
                  <a:lnTo>
                    <a:pt x="47244" y="697230"/>
                  </a:lnTo>
                  <a:lnTo>
                    <a:pt x="46951" y="697230"/>
                  </a:lnTo>
                  <a:lnTo>
                    <a:pt x="44958" y="701040"/>
                  </a:lnTo>
                  <a:lnTo>
                    <a:pt x="38862" y="715010"/>
                  </a:lnTo>
                  <a:lnTo>
                    <a:pt x="39116" y="713740"/>
                  </a:lnTo>
                  <a:lnTo>
                    <a:pt x="35941" y="720090"/>
                  </a:lnTo>
                  <a:lnTo>
                    <a:pt x="32639" y="725170"/>
                  </a:lnTo>
                  <a:lnTo>
                    <a:pt x="33020" y="725170"/>
                  </a:lnTo>
                  <a:lnTo>
                    <a:pt x="29464" y="730250"/>
                  </a:lnTo>
                  <a:lnTo>
                    <a:pt x="27940" y="732790"/>
                  </a:lnTo>
                  <a:lnTo>
                    <a:pt x="27051" y="734060"/>
                  </a:lnTo>
                  <a:lnTo>
                    <a:pt x="27762" y="732929"/>
                  </a:lnTo>
                  <a:lnTo>
                    <a:pt x="24803" y="735330"/>
                  </a:lnTo>
                  <a:lnTo>
                    <a:pt x="23622" y="736600"/>
                  </a:lnTo>
                  <a:lnTo>
                    <a:pt x="23368" y="736600"/>
                  </a:lnTo>
                  <a:lnTo>
                    <a:pt x="21082" y="737870"/>
                  </a:lnTo>
                  <a:lnTo>
                    <a:pt x="20828" y="737870"/>
                  </a:lnTo>
                  <a:lnTo>
                    <a:pt x="20066" y="739038"/>
                  </a:lnTo>
                  <a:lnTo>
                    <a:pt x="19926" y="739203"/>
                  </a:lnTo>
                  <a:lnTo>
                    <a:pt x="22352" y="737870"/>
                  </a:lnTo>
                  <a:lnTo>
                    <a:pt x="19989" y="739203"/>
                  </a:lnTo>
                  <a:lnTo>
                    <a:pt x="19735" y="739203"/>
                  </a:lnTo>
                  <a:lnTo>
                    <a:pt x="18592" y="739203"/>
                  </a:lnTo>
                  <a:lnTo>
                    <a:pt x="16891" y="740410"/>
                  </a:lnTo>
                  <a:lnTo>
                    <a:pt x="16129" y="740410"/>
                  </a:lnTo>
                  <a:lnTo>
                    <a:pt x="13335" y="741680"/>
                  </a:lnTo>
                  <a:lnTo>
                    <a:pt x="8636" y="741680"/>
                  </a:lnTo>
                  <a:lnTo>
                    <a:pt x="4191" y="742950"/>
                  </a:lnTo>
                  <a:lnTo>
                    <a:pt x="1778" y="745490"/>
                  </a:lnTo>
                  <a:lnTo>
                    <a:pt x="889" y="748030"/>
                  </a:lnTo>
                  <a:lnTo>
                    <a:pt x="0" y="751840"/>
                  </a:lnTo>
                  <a:lnTo>
                    <a:pt x="889" y="754380"/>
                  </a:lnTo>
                  <a:lnTo>
                    <a:pt x="5207" y="759460"/>
                  </a:lnTo>
                  <a:lnTo>
                    <a:pt x="14224" y="759460"/>
                  </a:lnTo>
                  <a:lnTo>
                    <a:pt x="15621" y="758190"/>
                  </a:lnTo>
                  <a:lnTo>
                    <a:pt x="17018" y="758190"/>
                  </a:lnTo>
                  <a:lnTo>
                    <a:pt x="20320" y="756920"/>
                  </a:lnTo>
                  <a:lnTo>
                    <a:pt x="22098" y="756920"/>
                  </a:lnTo>
                  <a:lnTo>
                    <a:pt x="22860" y="756920"/>
                  </a:lnTo>
                  <a:lnTo>
                    <a:pt x="24638" y="755650"/>
                  </a:lnTo>
                  <a:lnTo>
                    <a:pt x="23787" y="756081"/>
                  </a:lnTo>
                  <a:lnTo>
                    <a:pt x="24257" y="755650"/>
                  </a:lnTo>
                  <a:lnTo>
                    <a:pt x="24638" y="755650"/>
                  </a:lnTo>
                  <a:lnTo>
                    <a:pt x="26035" y="755650"/>
                  </a:lnTo>
                  <a:lnTo>
                    <a:pt x="27559" y="754380"/>
                  </a:lnTo>
                  <a:lnTo>
                    <a:pt x="28448" y="754380"/>
                  </a:lnTo>
                  <a:lnTo>
                    <a:pt x="29591" y="753110"/>
                  </a:lnTo>
                  <a:lnTo>
                    <a:pt x="28575" y="754380"/>
                  </a:lnTo>
                  <a:lnTo>
                    <a:pt x="30099" y="753110"/>
                  </a:lnTo>
                  <a:lnTo>
                    <a:pt x="32258" y="751840"/>
                  </a:lnTo>
                  <a:lnTo>
                    <a:pt x="32512" y="751840"/>
                  </a:lnTo>
                  <a:lnTo>
                    <a:pt x="33655" y="750570"/>
                  </a:lnTo>
                  <a:lnTo>
                    <a:pt x="34798" y="749300"/>
                  </a:lnTo>
                  <a:lnTo>
                    <a:pt x="35687" y="749300"/>
                  </a:lnTo>
                  <a:lnTo>
                    <a:pt x="36957" y="748030"/>
                  </a:lnTo>
                  <a:lnTo>
                    <a:pt x="40259" y="744220"/>
                  </a:lnTo>
                  <a:lnTo>
                    <a:pt x="41148" y="742950"/>
                  </a:lnTo>
                  <a:lnTo>
                    <a:pt x="43688" y="740410"/>
                  </a:lnTo>
                  <a:lnTo>
                    <a:pt x="43815" y="740410"/>
                  </a:lnTo>
                  <a:lnTo>
                    <a:pt x="45948" y="736600"/>
                  </a:lnTo>
                  <a:lnTo>
                    <a:pt x="47371" y="734060"/>
                  </a:lnTo>
                  <a:lnTo>
                    <a:pt x="47752" y="734060"/>
                  </a:lnTo>
                  <a:lnTo>
                    <a:pt x="51054" y="727710"/>
                  </a:lnTo>
                  <a:lnTo>
                    <a:pt x="54229" y="722630"/>
                  </a:lnTo>
                  <a:lnTo>
                    <a:pt x="54610" y="721360"/>
                  </a:lnTo>
                  <a:lnTo>
                    <a:pt x="57594" y="715010"/>
                  </a:lnTo>
                  <a:lnTo>
                    <a:pt x="60579" y="708660"/>
                  </a:lnTo>
                  <a:lnTo>
                    <a:pt x="63119" y="703580"/>
                  </a:lnTo>
                  <a:lnTo>
                    <a:pt x="63500" y="702310"/>
                  </a:lnTo>
                  <a:lnTo>
                    <a:pt x="65328" y="697230"/>
                  </a:lnTo>
                  <a:close/>
                </a:path>
                <a:path w="614044" h="946150">
                  <a:moveTo>
                    <a:pt x="321602" y="11430"/>
                  </a:moveTo>
                  <a:lnTo>
                    <a:pt x="321348" y="11645"/>
                  </a:lnTo>
                  <a:lnTo>
                    <a:pt x="321310" y="12547"/>
                  </a:lnTo>
                  <a:lnTo>
                    <a:pt x="321538" y="11645"/>
                  </a:lnTo>
                  <a:lnTo>
                    <a:pt x="321602" y="11430"/>
                  </a:lnTo>
                  <a:close/>
                </a:path>
                <a:path w="614044" h="946150">
                  <a:moveTo>
                    <a:pt x="322326" y="8890"/>
                  </a:moveTo>
                  <a:lnTo>
                    <a:pt x="321310" y="10160"/>
                  </a:lnTo>
                  <a:lnTo>
                    <a:pt x="321348" y="11645"/>
                  </a:lnTo>
                  <a:lnTo>
                    <a:pt x="321678" y="11137"/>
                  </a:lnTo>
                  <a:lnTo>
                    <a:pt x="321945" y="10160"/>
                  </a:lnTo>
                  <a:lnTo>
                    <a:pt x="322326" y="8890"/>
                  </a:lnTo>
                  <a:close/>
                </a:path>
                <a:path w="614044" h="946150">
                  <a:moveTo>
                    <a:pt x="338480" y="19380"/>
                  </a:moveTo>
                  <a:lnTo>
                    <a:pt x="338328" y="19050"/>
                  </a:lnTo>
                  <a:lnTo>
                    <a:pt x="338074" y="19050"/>
                  </a:lnTo>
                  <a:lnTo>
                    <a:pt x="338480" y="19380"/>
                  </a:lnTo>
                  <a:close/>
                </a:path>
                <a:path w="614044" h="946150">
                  <a:moveTo>
                    <a:pt x="613664" y="942340"/>
                  </a:moveTo>
                  <a:lnTo>
                    <a:pt x="581787" y="815340"/>
                  </a:lnTo>
                  <a:lnTo>
                    <a:pt x="380873" y="95250"/>
                  </a:lnTo>
                  <a:lnTo>
                    <a:pt x="364998" y="40640"/>
                  </a:lnTo>
                  <a:lnTo>
                    <a:pt x="364744" y="39370"/>
                  </a:lnTo>
                  <a:lnTo>
                    <a:pt x="357936" y="21590"/>
                  </a:lnTo>
                  <a:lnTo>
                    <a:pt x="357085" y="19380"/>
                  </a:lnTo>
                  <a:lnTo>
                    <a:pt x="356971" y="19050"/>
                  </a:lnTo>
                  <a:lnTo>
                    <a:pt x="356743" y="19050"/>
                  </a:lnTo>
                  <a:lnTo>
                    <a:pt x="338709" y="19050"/>
                  </a:lnTo>
                  <a:lnTo>
                    <a:pt x="338455" y="19050"/>
                  </a:lnTo>
                  <a:lnTo>
                    <a:pt x="338480" y="19380"/>
                  </a:lnTo>
                  <a:lnTo>
                    <a:pt x="338836" y="20320"/>
                  </a:lnTo>
                  <a:lnTo>
                    <a:pt x="339344" y="21590"/>
                  </a:lnTo>
                  <a:lnTo>
                    <a:pt x="339598" y="21590"/>
                  </a:lnTo>
                  <a:lnTo>
                    <a:pt x="339979" y="22860"/>
                  </a:lnTo>
                  <a:lnTo>
                    <a:pt x="340233" y="24130"/>
                  </a:lnTo>
                  <a:lnTo>
                    <a:pt x="348361" y="45720"/>
                  </a:lnTo>
                  <a:lnTo>
                    <a:pt x="355460" y="70104"/>
                  </a:lnTo>
                  <a:lnTo>
                    <a:pt x="364109" y="100330"/>
                  </a:lnTo>
                  <a:lnTo>
                    <a:pt x="439051" y="367474"/>
                  </a:lnTo>
                  <a:lnTo>
                    <a:pt x="410464" y="372872"/>
                  </a:lnTo>
                  <a:lnTo>
                    <a:pt x="364680" y="384619"/>
                  </a:lnTo>
                  <a:lnTo>
                    <a:pt x="366395" y="384238"/>
                  </a:lnTo>
                  <a:lnTo>
                    <a:pt x="168249" y="428688"/>
                  </a:lnTo>
                  <a:lnTo>
                    <a:pt x="170294" y="428383"/>
                  </a:lnTo>
                  <a:lnTo>
                    <a:pt x="162382" y="429602"/>
                  </a:lnTo>
                  <a:lnTo>
                    <a:pt x="217043" y="290830"/>
                  </a:lnTo>
                  <a:lnTo>
                    <a:pt x="288163" y="111760"/>
                  </a:lnTo>
                  <a:lnTo>
                    <a:pt x="289941" y="106680"/>
                  </a:lnTo>
                  <a:lnTo>
                    <a:pt x="293497" y="96520"/>
                  </a:lnTo>
                  <a:lnTo>
                    <a:pt x="293243" y="97790"/>
                  </a:lnTo>
                  <a:lnTo>
                    <a:pt x="293789" y="96520"/>
                  </a:lnTo>
                  <a:lnTo>
                    <a:pt x="300799" y="80352"/>
                  </a:lnTo>
                  <a:lnTo>
                    <a:pt x="306578" y="68580"/>
                  </a:lnTo>
                  <a:lnTo>
                    <a:pt x="306324" y="68580"/>
                  </a:lnTo>
                  <a:lnTo>
                    <a:pt x="313944" y="54610"/>
                  </a:lnTo>
                  <a:lnTo>
                    <a:pt x="313563" y="55880"/>
                  </a:lnTo>
                  <a:lnTo>
                    <a:pt x="314363" y="54610"/>
                  </a:lnTo>
                  <a:lnTo>
                    <a:pt x="336931" y="19050"/>
                  </a:lnTo>
                  <a:lnTo>
                    <a:pt x="336550" y="19050"/>
                  </a:lnTo>
                  <a:lnTo>
                    <a:pt x="336664" y="17983"/>
                  </a:lnTo>
                  <a:lnTo>
                    <a:pt x="336410" y="18453"/>
                  </a:lnTo>
                  <a:lnTo>
                    <a:pt x="336169" y="19050"/>
                  </a:lnTo>
                  <a:lnTo>
                    <a:pt x="336588" y="17983"/>
                  </a:lnTo>
                  <a:lnTo>
                    <a:pt x="337718" y="17983"/>
                  </a:lnTo>
                  <a:lnTo>
                    <a:pt x="338023" y="18453"/>
                  </a:lnTo>
                  <a:lnTo>
                    <a:pt x="338366" y="18453"/>
                  </a:lnTo>
                  <a:lnTo>
                    <a:pt x="356616" y="18453"/>
                  </a:lnTo>
                  <a:lnTo>
                    <a:pt x="356527" y="17983"/>
                  </a:lnTo>
                  <a:lnTo>
                    <a:pt x="356209" y="15925"/>
                  </a:lnTo>
                  <a:lnTo>
                    <a:pt x="356184" y="15735"/>
                  </a:lnTo>
                  <a:lnTo>
                    <a:pt x="355600" y="13970"/>
                  </a:lnTo>
                  <a:lnTo>
                    <a:pt x="355219" y="13042"/>
                  </a:lnTo>
                  <a:lnTo>
                    <a:pt x="355092" y="12738"/>
                  </a:lnTo>
                  <a:lnTo>
                    <a:pt x="354025" y="11645"/>
                  </a:lnTo>
                  <a:lnTo>
                    <a:pt x="354241" y="12471"/>
                  </a:lnTo>
                  <a:lnTo>
                    <a:pt x="353898" y="11645"/>
                  </a:lnTo>
                  <a:lnTo>
                    <a:pt x="353822" y="11430"/>
                  </a:lnTo>
                  <a:lnTo>
                    <a:pt x="353568" y="11430"/>
                  </a:lnTo>
                  <a:lnTo>
                    <a:pt x="353364" y="11137"/>
                  </a:lnTo>
                  <a:lnTo>
                    <a:pt x="353225" y="11137"/>
                  </a:lnTo>
                  <a:lnTo>
                    <a:pt x="353314" y="11430"/>
                  </a:lnTo>
                  <a:lnTo>
                    <a:pt x="352628" y="10160"/>
                  </a:lnTo>
                  <a:lnTo>
                    <a:pt x="352120" y="9232"/>
                  </a:lnTo>
                  <a:lnTo>
                    <a:pt x="352755" y="10210"/>
                  </a:lnTo>
                  <a:lnTo>
                    <a:pt x="353225" y="11137"/>
                  </a:lnTo>
                  <a:lnTo>
                    <a:pt x="353098" y="10744"/>
                  </a:lnTo>
                  <a:lnTo>
                    <a:pt x="352933" y="10160"/>
                  </a:lnTo>
                  <a:lnTo>
                    <a:pt x="350901" y="6350"/>
                  </a:lnTo>
                  <a:lnTo>
                    <a:pt x="351028" y="7620"/>
                  </a:lnTo>
                  <a:lnTo>
                    <a:pt x="350774" y="6350"/>
                  </a:lnTo>
                  <a:lnTo>
                    <a:pt x="349504" y="5080"/>
                  </a:lnTo>
                  <a:lnTo>
                    <a:pt x="350901" y="6350"/>
                  </a:lnTo>
                  <a:lnTo>
                    <a:pt x="349885" y="5080"/>
                  </a:lnTo>
                  <a:lnTo>
                    <a:pt x="348488" y="3810"/>
                  </a:lnTo>
                  <a:lnTo>
                    <a:pt x="348361" y="3810"/>
                  </a:lnTo>
                  <a:lnTo>
                    <a:pt x="347599" y="3810"/>
                  </a:lnTo>
                  <a:lnTo>
                    <a:pt x="346646" y="2882"/>
                  </a:lnTo>
                  <a:lnTo>
                    <a:pt x="348361" y="3810"/>
                  </a:lnTo>
                  <a:lnTo>
                    <a:pt x="348297" y="3670"/>
                  </a:lnTo>
                  <a:lnTo>
                    <a:pt x="346837" y="2540"/>
                  </a:lnTo>
                  <a:lnTo>
                    <a:pt x="346329" y="2540"/>
                  </a:lnTo>
                  <a:lnTo>
                    <a:pt x="345313" y="1270"/>
                  </a:lnTo>
                  <a:lnTo>
                    <a:pt x="343662" y="1270"/>
                  </a:lnTo>
                  <a:lnTo>
                    <a:pt x="342900" y="0"/>
                  </a:lnTo>
                  <a:lnTo>
                    <a:pt x="340042" y="0"/>
                  </a:lnTo>
                  <a:lnTo>
                    <a:pt x="340042" y="16014"/>
                  </a:lnTo>
                  <a:lnTo>
                    <a:pt x="339293" y="16332"/>
                  </a:lnTo>
                  <a:lnTo>
                    <a:pt x="338607" y="17284"/>
                  </a:lnTo>
                  <a:lnTo>
                    <a:pt x="338505" y="17411"/>
                  </a:lnTo>
                  <a:lnTo>
                    <a:pt x="339242" y="16344"/>
                  </a:lnTo>
                  <a:lnTo>
                    <a:pt x="339369" y="16230"/>
                  </a:lnTo>
                  <a:lnTo>
                    <a:pt x="340042" y="16014"/>
                  </a:lnTo>
                  <a:lnTo>
                    <a:pt x="340042" y="0"/>
                  </a:lnTo>
                  <a:lnTo>
                    <a:pt x="339725" y="0"/>
                  </a:lnTo>
                  <a:lnTo>
                    <a:pt x="339725" y="15735"/>
                  </a:lnTo>
                  <a:lnTo>
                    <a:pt x="339382" y="16205"/>
                  </a:lnTo>
                  <a:lnTo>
                    <a:pt x="339572" y="15925"/>
                  </a:lnTo>
                  <a:lnTo>
                    <a:pt x="338759" y="16395"/>
                  </a:lnTo>
                  <a:lnTo>
                    <a:pt x="338607" y="16459"/>
                  </a:lnTo>
                  <a:lnTo>
                    <a:pt x="338239" y="16700"/>
                  </a:lnTo>
                  <a:lnTo>
                    <a:pt x="338277" y="16560"/>
                  </a:lnTo>
                  <a:lnTo>
                    <a:pt x="338455" y="15938"/>
                  </a:lnTo>
                  <a:lnTo>
                    <a:pt x="338937" y="15735"/>
                  </a:lnTo>
                  <a:lnTo>
                    <a:pt x="339064" y="15735"/>
                  </a:lnTo>
                  <a:lnTo>
                    <a:pt x="338594" y="15925"/>
                  </a:lnTo>
                  <a:lnTo>
                    <a:pt x="339178" y="15925"/>
                  </a:lnTo>
                  <a:lnTo>
                    <a:pt x="339509" y="15925"/>
                  </a:lnTo>
                  <a:lnTo>
                    <a:pt x="339725" y="15735"/>
                  </a:lnTo>
                  <a:lnTo>
                    <a:pt x="339725" y="0"/>
                  </a:lnTo>
                  <a:lnTo>
                    <a:pt x="338696" y="0"/>
                  </a:lnTo>
                  <a:lnTo>
                    <a:pt x="338696" y="12738"/>
                  </a:lnTo>
                  <a:lnTo>
                    <a:pt x="338632" y="13055"/>
                  </a:lnTo>
                  <a:lnTo>
                    <a:pt x="338201" y="13970"/>
                  </a:lnTo>
                  <a:lnTo>
                    <a:pt x="338124" y="14325"/>
                  </a:lnTo>
                  <a:lnTo>
                    <a:pt x="338289" y="13970"/>
                  </a:lnTo>
                  <a:lnTo>
                    <a:pt x="338010" y="14884"/>
                  </a:lnTo>
                  <a:lnTo>
                    <a:pt x="337845" y="15735"/>
                  </a:lnTo>
                  <a:lnTo>
                    <a:pt x="337807" y="15925"/>
                  </a:lnTo>
                  <a:lnTo>
                    <a:pt x="337705" y="16243"/>
                  </a:lnTo>
                  <a:lnTo>
                    <a:pt x="337553" y="16776"/>
                  </a:lnTo>
                  <a:lnTo>
                    <a:pt x="337616" y="16294"/>
                  </a:lnTo>
                  <a:lnTo>
                    <a:pt x="337705" y="15925"/>
                  </a:lnTo>
                  <a:lnTo>
                    <a:pt x="337350" y="16078"/>
                  </a:lnTo>
                  <a:lnTo>
                    <a:pt x="337070" y="16192"/>
                  </a:lnTo>
                  <a:lnTo>
                    <a:pt x="336816" y="15735"/>
                  </a:lnTo>
                  <a:lnTo>
                    <a:pt x="336753" y="15925"/>
                  </a:lnTo>
                  <a:lnTo>
                    <a:pt x="336613" y="15925"/>
                  </a:lnTo>
                  <a:lnTo>
                    <a:pt x="336791" y="16268"/>
                  </a:lnTo>
                  <a:lnTo>
                    <a:pt x="336003" y="15735"/>
                  </a:lnTo>
                  <a:lnTo>
                    <a:pt x="335965" y="15925"/>
                  </a:lnTo>
                  <a:lnTo>
                    <a:pt x="336334" y="16497"/>
                  </a:lnTo>
                  <a:lnTo>
                    <a:pt x="336207" y="16548"/>
                  </a:lnTo>
                  <a:lnTo>
                    <a:pt x="335153" y="15925"/>
                  </a:lnTo>
                  <a:lnTo>
                    <a:pt x="335813" y="15925"/>
                  </a:lnTo>
                  <a:lnTo>
                    <a:pt x="335686" y="15735"/>
                  </a:lnTo>
                  <a:lnTo>
                    <a:pt x="337489" y="15735"/>
                  </a:lnTo>
                  <a:lnTo>
                    <a:pt x="338201" y="13970"/>
                  </a:lnTo>
                  <a:lnTo>
                    <a:pt x="338569" y="13042"/>
                  </a:lnTo>
                  <a:lnTo>
                    <a:pt x="338696" y="12738"/>
                  </a:lnTo>
                  <a:lnTo>
                    <a:pt x="338696" y="0"/>
                  </a:lnTo>
                  <a:lnTo>
                    <a:pt x="334302" y="0"/>
                  </a:lnTo>
                  <a:lnTo>
                    <a:pt x="334302" y="1041"/>
                  </a:lnTo>
                  <a:lnTo>
                    <a:pt x="331470" y="2222"/>
                  </a:lnTo>
                  <a:lnTo>
                    <a:pt x="331025" y="2387"/>
                  </a:lnTo>
                  <a:lnTo>
                    <a:pt x="331343" y="2222"/>
                  </a:lnTo>
                  <a:lnTo>
                    <a:pt x="333629" y="1270"/>
                  </a:lnTo>
                  <a:lnTo>
                    <a:pt x="334302" y="1041"/>
                  </a:lnTo>
                  <a:lnTo>
                    <a:pt x="334302" y="0"/>
                  </a:lnTo>
                  <a:lnTo>
                    <a:pt x="333502" y="0"/>
                  </a:lnTo>
                  <a:lnTo>
                    <a:pt x="332740" y="0"/>
                  </a:lnTo>
                  <a:lnTo>
                    <a:pt x="332130" y="762"/>
                  </a:lnTo>
                  <a:lnTo>
                    <a:pt x="331216" y="1270"/>
                  </a:lnTo>
                  <a:lnTo>
                    <a:pt x="330962" y="1270"/>
                  </a:lnTo>
                  <a:lnTo>
                    <a:pt x="330454" y="1270"/>
                  </a:lnTo>
                  <a:lnTo>
                    <a:pt x="332016" y="762"/>
                  </a:lnTo>
                  <a:lnTo>
                    <a:pt x="332740" y="0"/>
                  </a:lnTo>
                  <a:lnTo>
                    <a:pt x="331724" y="0"/>
                  </a:lnTo>
                  <a:lnTo>
                    <a:pt x="329438" y="1270"/>
                  </a:lnTo>
                  <a:lnTo>
                    <a:pt x="328409" y="2844"/>
                  </a:lnTo>
                  <a:lnTo>
                    <a:pt x="327875" y="3263"/>
                  </a:lnTo>
                  <a:lnTo>
                    <a:pt x="327875" y="3670"/>
                  </a:lnTo>
                  <a:lnTo>
                    <a:pt x="327787" y="3810"/>
                  </a:lnTo>
                  <a:lnTo>
                    <a:pt x="327533" y="3810"/>
                  </a:lnTo>
                  <a:lnTo>
                    <a:pt x="327875" y="3670"/>
                  </a:lnTo>
                  <a:lnTo>
                    <a:pt x="327875" y="3263"/>
                  </a:lnTo>
                  <a:lnTo>
                    <a:pt x="327152" y="3810"/>
                  </a:lnTo>
                  <a:lnTo>
                    <a:pt x="326771" y="3810"/>
                  </a:lnTo>
                  <a:lnTo>
                    <a:pt x="325628" y="5080"/>
                  </a:lnTo>
                  <a:lnTo>
                    <a:pt x="324993" y="5080"/>
                  </a:lnTo>
                  <a:lnTo>
                    <a:pt x="324612" y="6350"/>
                  </a:lnTo>
                  <a:lnTo>
                    <a:pt x="323850" y="6350"/>
                  </a:lnTo>
                  <a:lnTo>
                    <a:pt x="322326" y="8890"/>
                  </a:lnTo>
                  <a:lnTo>
                    <a:pt x="321729" y="11137"/>
                  </a:lnTo>
                  <a:lnTo>
                    <a:pt x="321411" y="12547"/>
                  </a:lnTo>
                  <a:lnTo>
                    <a:pt x="321779" y="11645"/>
                  </a:lnTo>
                  <a:lnTo>
                    <a:pt x="320929" y="13970"/>
                  </a:lnTo>
                  <a:lnTo>
                    <a:pt x="321170" y="13042"/>
                  </a:lnTo>
                  <a:lnTo>
                    <a:pt x="321259" y="12738"/>
                  </a:lnTo>
                  <a:lnTo>
                    <a:pt x="321348" y="11645"/>
                  </a:lnTo>
                  <a:lnTo>
                    <a:pt x="298958" y="45720"/>
                  </a:lnTo>
                  <a:lnTo>
                    <a:pt x="298577" y="46990"/>
                  </a:lnTo>
                  <a:lnTo>
                    <a:pt x="291084" y="60960"/>
                  </a:lnTo>
                  <a:lnTo>
                    <a:pt x="290830" y="60960"/>
                  </a:lnTo>
                  <a:lnTo>
                    <a:pt x="283972" y="74930"/>
                  </a:lnTo>
                  <a:lnTo>
                    <a:pt x="277495" y="90170"/>
                  </a:lnTo>
                  <a:lnTo>
                    <a:pt x="277228" y="91478"/>
                  </a:lnTo>
                  <a:lnTo>
                    <a:pt x="271780" y="106680"/>
                  </a:lnTo>
                  <a:lnTo>
                    <a:pt x="271907" y="105410"/>
                  </a:lnTo>
                  <a:lnTo>
                    <a:pt x="142633" y="432650"/>
                  </a:lnTo>
                  <a:lnTo>
                    <a:pt x="140716" y="432943"/>
                  </a:lnTo>
                  <a:lnTo>
                    <a:pt x="140335" y="433070"/>
                  </a:lnTo>
                  <a:lnTo>
                    <a:pt x="124206" y="436245"/>
                  </a:lnTo>
                  <a:lnTo>
                    <a:pt x="122301" y="436880"/>
                  </a:lnTo>
                  <a:lnTo>
                    <a:pt x="117602" y="439039"/>
                  </a:lnTo>
                  <a:lnTo>
                    <a:pt x="114554" y="440563"/>
                  </a:lnTo>
                  <a:lnTo>
                    <a:pt x="112522" y="443611"/>
                  </a:lnTo>
                  <a:lnTo>
                    <a:pt x="112649" y="453263"/>
                  </a:lnTo>
                  <a:lnTo>
                    <a:pt x="116459" y="457073"/>
                  </a:lnTo>
                  <a:lnTo>
                    <a:pt x="125984" y="457073"/>
                  </a:lnTo>
                  <a:lnTo>
                    <a:pt x="128270" y="454787"/>
                  </a:lnTo>
                  <a:lnTo>
                    <a:pt x="129794" y="453263"/>
                  </a:lnTo>
                  <a:lnTo>
                    <a:pt x="129921" y="453263"/>
                  </a:lnTo>
                  <a:lnTo>
                    <a:pt x="129921" y="452818"/>
                  </a:lnTo>
                  <a:lnTo>
                    <a:pt x="128524" y="453097"/>
                  </a:lnTo>
                  <a:lnTo>
                    <a:pt x="129882" y="452818"/>
                  </a:lnTo>
                  <a:lnTo>
                    <a:pt x="129921" y="452628"/>
                  </a:lnTo>
                  <a:lnTo>
                    <a:pt x="129921" y="452818"/>
                  </a:lnTo>
                  <a:lnTo>
                    <a:pt x="135064" y="451815"/>
                  </a:lnTo>
                  <a:lnTo>
                    <a:pt x="120396" y="488950"/>
                  </a:lnTo>
                  <a:lnTo>
                    <a:pt x="120269" y="488950"/>
                  </a:lnTo>
                  <a:lnTo>
                    <a:pt x="92583" y="571500"/>
                  </a:lnTo>
                  <a:lnTo>
                    <a:pt x="47688" y="695985"/>
                  </a:lnTo>
                  <a:lnTo>
                    <a:pt x="65773" y="695985"/>
                  </a:lnTo>
                  <a:lnTo>
                    <a:pt x="108839" y="576580"/>
                  </a:lnTo>
                  <a:lnTo>
                    <a:pt x="136652" y="494030"/>
                  </a:lnTo>
                  <a:lnTo>
                    <a:pt x="136525" y="495300"/>
                  </a:lnTo>
                  <a:lnTo>
                    <a:pt x="137020" y="494030"/>
                  </a:lnTo>
                  <a:lnTo>
                    <a:pt x="155041" y="448259"/>
                  </a:lnTo>
                  <a:lnTo>
                    <a:pt x="163410" y="446913"/>
                  </a:lnTo>
                  <a:lnTo>
                    <a:pt x="172974" y="445389"/>
                  </a:lnTo>
                  <a:lnTo>
                    <a:pt x="248119" y="428383"/>
                  </a:lnTo>
                  <a:lnTo>
                    <a:pt x="265303" y="424434"/>
                  </a:lnTo>
                  <a:lnTo>
                    <a:pt x="370459" y="401066"/>
                  </a:lnTo>
                  <a:lnTo>
                    <a:pt x="370217" y="401066"/>
                  </a:lnTo>
                  <a:lnTo>
                    <a:pt x="414274" y="389763"/>
                  </a:lnTo>
                  <a:lnTo>
                    <a:pt x="414540" y="389763"/>
                  </a:lnTo>
                  <a:lnTo>
                    <a:pt x="430555" y="384238"/>
                  </a:lnTo>
                  <a:lnTo>
                    <a:pt x="442595" y="380085"/>
                  </a:lnTo>
                  <a:lnTo>
                    <a:pt x="565785" y="819150"/>
                  </a:lnTo>
                  <a:lnTo>
                    <a:pt x="592709" y="915670"/>
                  </a:lnTo>
                  <a:lnTo>
                    <a:pt x="600837" y="942340"/>
                  </a:lnTo>
                  <a:lnTo>
                    <a:pt x="601853" y="944880"/>
                  </a:lnTo>
                  <a:lnTo>
                    <a:pt x="605155" y="946150"/>
                  </a:lnTo>
                  <a:lnTo>
                    <a:pt x="608330" y="946150"/>
                  </a:lnTo>
                  <a:lnTo>
                    <a:pt x="611632" y="944880"/>
                  </a:lnTo>
                  <a:lnTo>
                    <a:pt x="613664" y="942340"/>
                  </a:lnTo>
                  <a:close/>
                </a:path>
              </a:pathLst>
            </a:custGeom>
            <a:solidFill>
              <a:srgbClr val="E712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79347" y="3364991"/>
              <a:ext cx="4701540" cy="2552700"/>
            </a:xfrm>
            <a:custGeom>
              <a:avLst/>
              <a:gdLst/>
              <a:ahLst/>
              <a:cxnLst/>
              <a:rect l="l" t="t" r="r" b="b"/>
              <a:pathLst>
                <a:path w="4701540" h="2552700">
                  <a:moveTo>
                    <a:pt x="0" y="2552700"/>
                  </a:moveTo>
                  <a:lnTo>
                    <a:pt x="4701540" y="2552700"/>
                  </a:lnTo>
                  <a:lnTo>
                    <a:pt x="4701540" y="0"/>
                  </a:lnTo>
                  <a:lnTo>
                    <a:pt x="0" y="0"/>
                  </a:lnTo>
                  <a:lnTo>
                    <a:pt x="0" y="25527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275077" y="5936996"/>
            <a:ext cx="141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Not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Exhaustive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6893" y="5936996"/>
            <a:ext cx="10172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Exhaustive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604761" y="3326638"/>
            <a:ext cx="4714240" cy="2565400"/>
            <a:chOff x="6604761" y="3326638"/>
            <a:chExt cx="4714240" cy="256540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81259" y="4157345"/>
              <a:ext cx="538861" cy="96646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611111" y="3332988"/>
              <a:ext cx="4701540" cy="2552700"/>
            </a:xfrm>
            <a:custGeom>
              <a:avLst/>
              <a:gdLst/>
              <a:ahLst/>
              <a:cxnLst/>
              <a:rect l="l" t="t" r="r" b="b"/>
              <a:pathLst>
                <a:path w="4701540" h="2552700">
                  <a:moveTo>
                    <a:pt x="0" y="2552700"/>
                  </a:moveTo>
                  <a:lnTo>
                    <a:pt x="4701540" y="2552700"/>
                  </a:lnTo>
                  <a:lnTo>
                    <a:pt x="4701540" y="0"/>
                  </a:lnTo>
                  <a:lnTo>
                    <a:pt x="0" y="0"/>
                  </a:lnTo>
                  <a:lnTo>
                    <a:pt x="0" y="25527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11111" y="3332988"/>
              <a:ext cx="2531745" cy="2552700"/>
            </a:xfrm>
            <a:custGeom>
              <a:avLst/>
              <a:gdLst/>
              <a:ahLst/>
              <a:cxnLst/>
              <a:rect l="l" t="t" r="r" b="b"/>
              <a:pathLst>
                <a:path w="2531745" h="2552700">
                  <a:moveTo>
                    <a:pt x="2531363" y="0"/>
                  </a:moveTo>
                  <a:lnTo>
                    <a:pt x="0" y="0"/>
                  </a:lnTo>
                  <a:lnTo>
                    <a:pt x="0" y="2552700"/>
                  </a:lnTo>
                  <a:lnTo>
                    <a:pt x="2531363" y="2552700"/>
                  </a:lnTo>
                  <a:lnTo>
                    <a:pt x="2531363" y="0"/>
                  </a:lnTo>
                  <a:close/>
                </a:path>
              </a:pathLst>
            </a:custGeom>
            <a:solidFill>
              <a:srgbClr val="AE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611111" y="3332988"/>
              <a:ext cx="2531745" cy="2552700"/>
            </a:xfrm>
            <a:custGeom>
              <a:avLst/>
              <a:gdLst/>
              <a:ahLst/>
              <a:cxnLst/>
              <a:rect l="l" t="t" r="r" b="b"/>
              <a:pathLst>
                <a:path w="2531745" h="2552700">
                  <a:moveTo>
                    <a:pt x="0" y="2552700"/>
                  </a:moveTo>
                  <a:lnTo>
                    <a:pt x="2531363" y="2552700"/>
                  </a:lnTo>
                  <a:lnTo>
                    <a:pt x="2531363" y="0"/>
                  </a:lnTo>
                  <a:lnTo>
                    <a:pt x="0" y="0"/>
                  </a:lnTo>
                  <a:lnTo>
                    <a:pt x="0" y="25527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568946" y="4162196"/>
              <a:ext cx="614045" cy="946785"/>
            </a:xfrm>
            <a:custGeom>
              <a:avLst/>
              <a:gdLst/>
              <a:ahLst/>
              <a:cxnLst/>
              <a:rect l="l" t="t" r="r" b="b"/>
              <a:pathLst>
                <a:path w="614045" h="946785">
                  <a:moveTo>
                    <a:pt x="65201" y="697585"/>
                  </a:moveTo>
                  <a:lnTo>
                    <a:pt x="47117" y="697585"/>
                  </a:lnTo>
                  <a:lnTo>
                    <a:pt x="46863" y="697585"/>
                  </a:lnTo>
                  <a:lnTo>
                    <a:pt x="44958" y="701395"/>
                  </a:lnTo>
                  <a:lnTo>
                    <a:pt x="38735" y="715365"/>
                  </a:lnTo>
                  <a:lnTo>
                    <a:pt x="39116" y="714095"/>
                  </a:lnTo>
                  <a:lnTo>
                    <a:pt x="35814" y="720445"/>
                  </a:lnTo>
                  <a:lnTo>
                    <a:pt x="32639" y="725525"/>
                  </a:lnTo>
                  <a:lnTo>
                    <a:pt x="32893" y="725525"/>
                  </a:lnTo>
                  <a:lnTo>
                    <a:pt x="29464" y="730605"/>
                  </a:lnTo>
                  <a:lnTo>
                    <a:pt x="27279" y="733882"/>
                  </a:lnTo>
                  <a:lnTo>
                    <a:pt x="26797" y="734415"/>
                  </a:lnTo>
                  <a:lnTo>
                    <a:pt x="25781" y="735685"/>
                  </a:lnTo>
                  <a:lnTo>
                    <a:pt x="24892" y="735685"/>
                  </a:lnTo>
                  <a:lnTo>
                    <a:pt x="23622" y="736955"/>
                  </a:lnTo>
                  <a:lnTo>
                    <a:pt x="23241" y="736955"/>
                  </a:lnTo>
                  <a:lnTo>
                    <a:pt x="21082" y="738225"/>
                  </a:lnTo>
                  <a:lnTo>
                    <a:pt x="19735" y="739622"/>
                  </a:lnTo>
                  <a:lnTo>
                    <a:pt x="22225" y="738225"/>
                  </a:lnTo>
                  <a:lnTo>
                    <a:pt x="20688" y="739622"/>
                  </a:lnTo>
                  <a:lnTo>
                    <a:pt x="19888" y="739622"/>
                  </a:lnTo>
                  <a:lnTo>
                    <a:pt x="19469" y="739927"/>
                  </a:lnTo>
                  <a:lnTo>
                    <a:pt x="19304" y="740041"/>
                  </a:lnTo>
                  <a:lnTo>
                    <a:pt x="19596" y="739622"/>
                  </a:lnTo>
                  <a:lnTo>
                    <a:pt x="18364" y="739622"/>
                  </a:lnTo>
                  <a:lnTo>
                    <a:pt x="16764" y="740765"/>
                  </a:lnTo>
                  <a:lnTo>
                    <a:pt x="16129" y="740765"/>
                  </a:lnTo>
                  <a:lnTo>
                    <a:pt x="14605" y="742035"/>
                  </a:lnTo>
                  <a:lnTo>
                    <a:pt x="8509" y="742035"/>
                  </a:lnTo>
                  <a:lnTo>
                    <a:pt x="7112" y="743305"/>
                  </a:lnTo>
                  <a:lnTo>
                    <a:pt x="4064" y="743305"/>
                  </a:lnTo>
                  <a:lnTo>
                    <a:pt x="1651" y="745845"/>
                  </a:lnTo>
                  <a:lnTo>
                    <a:pt x="889" y="748385"/>
                  </a:lnTo>
                  <a:lnTo>
                    <a:pt x="0" y="752195"/>
                  </a:lnTo>
                  <a:lnTo>
                    <a:pt x="762" y="754735"/>
                  </a:lnTo>
                  <a:lnTo>
                    <a:pt x="5080" y="759815"/>
                  </a:lnTo>
                  <a:lnTo>
                    <a:pt x="8255" y="761085"/>
                  </a:lnTo>
                  <a:lnTo>
                    <a:pt x="11303" y="759815"/>
                  </a:lnTo>
                  <a:lnTo>
                    <a:pt x="14097" y="759815"/>
                  </a:lnTo>
                  <a:lnTo>
                    <a:pt x="15621" y="758545"/>
                  </a:lnTo>
                  <a:lnTo>
                    <a:pt x="18796" y="758545"/>
                  </a:lnTo>
                  <a:lnTo>
                    <a:pt x="20320" y="757275"/>
                  </a:lnTo>
                  <a:lnTo>
                    <a:pt x="21971" y="757275"/>
                  </a:lnTo>
                  <a:lnTo>
                    <a:pt x="22733" y="757275"/>
                  </a:lnTo>
                  <a:lnTo>
                    <a:pt x="24511" y="756005"/>
                  </a:lnTo>
                  <a:lnTo>
                    <a:pt x="23876" y="756323"/>
                  </a:lnTo>
                  <a:lnTo>
                    <a:pt x="24257" y="756005"/>
                  </a:lnTo>
                  <a:lnTo>
                    <a:pt x="24511" y="756005"/>
                  </a:lnTo>
                  <a:lnTo>
                    <a:pt x="26035" y="756005"/>
                  </a:lnTo>
                  <a:lnTo>
                    <a:pt x="28321" y="754735"/>
                  </a:lnTo>
                  <a:lnTo>
                    <a:pt x="29464" y="753465"/>
                  </a:lnTo>
                  <a:lnTo>
                    <a:pt x="28575" y="754735"/>
                  </a:lnTo>
                  <a:lnTo>
                    <a:pt x="29972" y="753465"/>
                  </a:lnTo>
                  <a:lnTo>
                    <a:pt x="32258" y="752195"/>
                  </a:lnTo>
                  <a:lnTo>
                    <a:pt x="32512" y="752195"/>
                  </a:lnTo>
                  <a:lnTo>
                    <a:pt x="33655" y="750925"/>
                  </a:lnTo>
                  <a:lnTo>
                    <a:pt x="34798" y="749655"/>
                  </a:lnTo>
                  <a:lnTo>
                    <a:pt x="35026" y="749401"/>
                  </a:lnTo>
                  <a:lnTo>
                    <a:pt x="36957" y="748385"/>
                  </a:lnTo>
                  <a:lnTo>
                    <a:pt x="37973" y="747115"/>
                  </a:lnTo>
                  <a:lnTo>
                    <a:pt x="39116" y="745845"/>
                  </a:lnTo>
                  <a:lnTo>
                    <a:pt x="41148" y="743305"/>
                  </a:lnTo>
                  <a:lnTo>
                    <a:pt x="43688" y="740765"/>
                  </a:lnTo>
                  <a:lnTo>
                    <a:pt x="45897" y="736955"/>
                  </a:lnTo>
                  <a:lnTo>
                    <a:pt x="47371" y="734415"/>
                  </a:lnTo>
                  <a:lnTo>
                    <a:pt x="47625" y="734415"/>
                  </a:lnTo>
                  <a:lnTo>
                    <a:pt x="48285" y="733145"/>
                  </a:lnTo>
                  <a:lnTo>
                    <a:pt x="50927" y="728065"/>
                  </a:lnTo>
                  <a:lnTo>
                    <a:pt x="54102" y="722985"/>
                  </a:lnTo>
                  <a:lnTo>
                    <a:pt x="54483" y="721715"/>
                  </a:lnTo>
                  <a:lnTo>
                    <a:pt x="57467" y="715365"/>
                  </a:lnTo>
                  <a:lnTo>
                    <a:pt x="60452" y="709015"/>
                  </a:lnTo>
                  <a:lnTo>
                    <a:pt x="62992" y="703935"/>
                  </a:lnTo>
                  <a:lnTo>
                    <a:pt x="63373" y="702665"/>
                  </a:lnTo>
                  <a:lnTo>
                    <a:pt x="65201" y="697585"/>
                  </a:lnTo>
                  <a:close/>
                </a:path>
                <a:path w="614045" h="946785">
                  <a:moveTo>
                    <a:pt x="322199" y="9245"/>
                  </a:moveTo>
                  <a:lnTo>
                    <a:pt x="321310" y="10515"/>
                  </a:lnTo>
                  <a:lnTo>
                    <a:pt x="321348" y="11988"/>
                  </a:lnTo>
                  <a:lnTo>
                    <a:pt x="321475" y="11785"/>
                  </a:lnTo>
                  <a:lnTo>
                    <a:pt x="321602" y="11404"/>
                  </a:lnTo>
                  <a:lnTo>
                    <a:pt x="321818" y="10515"/>
                  </a:lnTo>
                  <a:lnTo>
                    <a:pt x="322199" y="9245"/>
                  </a:lnTo>
                  <a:close/>
                </a:path>
                <a:path w="614045" h="946785">
                  <a:moveTo>
                    <a:pt x="338455" y="19735"/>
                  </a:moveTo>
                  <a:lnTo>
                    <a:pt x="338213" y="19405"/>
                  </a:lnTo>
                  <a:lnTo>
                    <a:pt x="338074" y="19405"/>
                  </a:lnTo>
                  <a:lnTo>
                    <a:pt x="338455" y="19735"/>
                  </a:lnTo>
                  <a:close/>
                </a:path>
                <a:path w="614045" h="946785">
                  <a:moveTo>
                    <a:pt x="339153" y="20675"/>
                  </a:moveTo>
                  <a:lnTo>
                    <a:pt x="338620" y="19875"/>
                  </a:lnTo>
                  <a:lnTo>
                    <a:pt x="338455" y="19735"/>
                  </a:lnTo>
                  <a:lnTo>
                    <a:pt x="338467" y="19875"/>
                  </a:lnTo>
                  <a:lnTo>
                    <a:pt x="338963" y="20675"/>
                  </a:lnTo>
                  <a:lnTo>
                    <a:pt x="339153" y="20675"/>
                  </a:lnTo>
                  <a:close/>
                </a:path>
                <a:path w="614045" h="946785">
                  <a:moveTo>
                    <a:pt x="357390" y="20840"/>
                  </a:moveTo>
                  <a:lnTo>
                    <a:pt x="357327" y="20675"/>
                  </a:lnTo>
                  <a:lnTo>
                    <a:pt x="339598" y="20675"/>
                  </a:lnTo>
                  <a:lnTo>
                    <a:pt x="339217" y="20675"/>
                  </a:lnTo>
                  <a:lnTo>
                    <a:pt x="339255" y="20840"/>
                  </a:lnTo>
                  <a:lnTo>
                    <a:pt x="339420" y="21107"/>
                  </a:lnTo>
                  <a:lnTo>
                    <a:pt x="339293" y="20840"/>
                  </a:lnTo>
                  <a:lnTo>
                    <a:pt x="357390" y="20840"/>
                  </a:lnTo>
                  <a:close/>
                </a:path>
                <a:path w="614045" h="946785">
                  <a:moveTo>
                    <a:pt x="613537" y="942695"/>
                  </a:moveTo>
                  <a:lnTo>
                    <a:pt x="613029" y="938885"/>
                  </a:lnTo>
                  <a:lnTo>
                    <a:pt x="607949" y="912215"/>
                  </a:lnTo>
                  <a:lnTo>
                    <a:pt x="581660" y="815695"/>
                  </a:lnTo>
                  <a:lnTo>
                    <a:pt x="381088" y="96875"/>
                  </a:lnTo>
                  <a:lnTo>
                    <a:pt x="380746" y="95605"/>
                  </a:lnTo>
                  <a:lnTo>
                    <a:pt x="380746" y="96875"/>
                  </a:lnTo>
                  <a:lnTo>
                    <a:pt x="378206" y="86715"/>
                  </a:lnTo>
                  <a:lnTo>
                    <a:pt x="364871" y="40995"/>
                  </a:lnTo>
                  <a:lnTo>
                    <a:pt x="364617" y="39725"/>
                  </a:lnTo>
                  <a:lnTo>
                    <a:pt x="357809" y="21945"/>
                  </a:lnTo>
                  <a:lnTo>
                    <a:pt x="339979" y="21945"/>
                  </a:lnTo>
                  <a:lnTo>
                    <a:pt x="339852" y="21945"/>
                  </a:lnTo>
                  <a:lnTo>
                    <a:pt x="339534" y="21945"/>
                  </a:lnTo>
                  <a:lnTo>
                    <a:pt x="339852" y="23215"/>
                  </a:lnTo>
                  <a:lnTo>
                    <a:pt x="348488" y="46075"/>
                  </a:lnTo>
                  <a:lnTo>
                    <a:pt x="348234" y="46075"/>
                  </a:lnTo>
                  <a:lnTo>
                    <a:pt x="361569" y="91795"/>
                  </a:lnTo>
                  <a:lnTo>
                    <a:pt x="364109" y="100685"/>
                  </a:lnTo>
                  <a:lnTo>
                    <a:pt x="439000" y="367830"/>
                  </a:lnTo>
                  <a:lnTo>
                    <a:pt x="410337" y="373354"/>
                  </a:lnTo>
                  <a:lnTo>
                    <a:pt x="409829" y="373354"/>
                  </a:lnTo>
                  <a:lnTo>
                    <a:pt x="364591" y="384975"/>
                  </a:lnTo>
                  <a:lnTo>
                    <a:pt x="364363" y="385025"/>
                  </a:lnTo>
                  <a:lnTo>
                    <a:pt x="261493" y="407898"/>
                  </a:lnTo>
                  <a:lnTo>
                    <a:pt x="261366" y="407898"/>
                  </a:lnTo>
                  <a:lnTo>
                    <a:pt x="169862" y="428815"/>
                  </a:lnTo>
                  <a:lnTo>
                    <a:pt x="169659" y="428815"/>
                  </a:lnTo>
                  <a:lnTo>
                    <a:pt x="162331" y="429983"/>
                  </a:lnTo>
                  <a:lnTo>
                    <a:pt x="287909" y="112115"/>
                  </a:lnTo>
                  <a:lnTo>
                    <a:pt x="289763" y="107035"/>
                  </a:lnTo>
                  <a:lnTo>
                    <a:pt x="293497" y="96875"/>
                  </a:lnTo>
                  <a:lnTo>
                    <a:pt x="293243" y="98145"/>
                  </a:lnTo>
                  <a:lnTo>
                    <a:pt x="293763" y="96875"/>
                  </a:lnTo>
                  <a:lnTo>
                    <a:pt x="299593" y="82905"/>
                  </a:lnTo>
                  <a:lnTo>
                    <a:pt x="306451" y="68935"/>
                  </a:lnTo>
                  <a:lnTo>
                    <a:pt x="306197" y="68935"/>
                  </a:lnTo>
                  <a:lnTo>
                    <a:pt x="313817" y="54965"/>
                  </a:lnTo>
                  <a:lnTo>
                    <a:pt x="313436" y="56235"/>
                  </a:lnTo>
                  <a:lnTo>
                    <a:pt x="314236" y="54965"/>
                  </a:lnTo>
                  <a:lnTo>
                    <a:pt x="336804" y="19405"/>
                  </a:lnTo>
                  <a:lnTo>
                    <a:pt x="337083" y="18249"/>
                  </a:lnTo>
                  <a:lnTo>
                    <a:pt x="337362" y="18249"/>
                  </a:lnTo>
                  <a:lnTo>
                    <a:pt x="337502" y="18249"/>
                  </a:lnTo>
                  <a:lnTo>
                    <a:pt x="338531" y="19735"/>
                  </a:lnTo>
                  <a:lnTo>
                    <a:pt x="338620" y="19875"/>
                  </a:lnTo>
                  <a:lnTo>
                    <a:pt x="357022" y="19875"/>
                  </a:lnTo>
                  <a:lnTo>
                    <a:pt x="356958" y="19735"/>
                  </a:lnTo>
                  <a:lnTo>
                    <a:pt x="356844" y="19405"/>
                  </a:lnTo>
                  <a:lnTo>
                    <a:pt x="356387" y="18249"/>
                  </a:lnTo>
                  <a:lnTo>
                    <a:pt x="355752" y="16129"/>
                  </a:lnTo>
                  <a:lnTo>
                    <a:pt x="355663" y="15595"/>
                  </a:lnTo>
                  <a:lnTo>
                    <a:pt x="355346" y="14325"/>
                  </a:lnTo>
                  <a:lnTo>
                    <a:pt x="355130" y="13639"/>
                  </a:lnTo>
                  <a:lnTo>
                    <a:pt x="355066" y="13436"/>
                  </a:lnTo>
                  <a:lnTo>
                    <a:pt x="354977" y="13119"/>
                  </a:lnTo>
                  <a:lnTo>
                    <a:pt x="354482" y="13119"/>
                  </a:lnTo>
                  <a:lnTo>
                    <a:pt x="353809" y="11988"/>
                  </a:lnTo>
                  <a:lnTo>
                    <a:pt x="353923" y="12344"/>
                  </a:lnTo>
                  <a:lnTo>
                    <a:pt x="353771" y="11988"/>
                  </a:lnTo>
                  <a:lnTo>
                    <a:pt x="353695" y="11785"/>
                  </a:lnTo>
                  <a:lnTo>
                    <a:pt x="353568" y="11785"/>
                  </a:lnTo>
                  <a:lnTo>
                    <a:pt x="353314" y="11404"/>
                  </a:lnTo>
                  <a:lnTo>
                    <a:pt x="353314" y="11785"/>
                  </a:lnTo>
                  <a:lnTo>
                    <a:pt x="353085" y="11404"/>
                  </a:lnTo>
                  <a:lnTo>
                    <a:pt x="353314" y="11404"/>
                  </a:lnTo>
                  <a:lnTo>
                    <a:pt x="352933" y="10515"/>
                  </a:lnTo>
                  <a:lnTo>
                    <a:pt x="350774" y="6705"/>
                  </a:lnTo>
                  <a:lnTo>
                    <a:pt x="351155" y="7975"/>
                  </a:lnTo>
                  <a:lnTo>
                    <a:pt x="351917" y="9245"/>
                  </a:lnTo>
                  <a:lnTo>
                    <a:pt x="352590" y="10515"/>
                  </a:lnTo>
                  <a:lnTo>
                    <a:pt x="351155" y="7975"/>
                  </a:lnTo>
                  <a:lnTo>
                    <a:pt x="350939" y="7696"/>
                  </a:lnTo>
                  <a:lnTo>
                    <a:pt x="350647" y="6705"/>
                  </a:lnTo>
                  <a:lnTo>
                    <a:pt x="349377" y="5435"/>
                  </a:lnTo>
                  <a:lnTo>
                    <a:pt x="350774" y="6705"/>
                  </a:lnTo>
                  <a:lnTo>
                    <a:pt x="349758" y="5435"/>
                  </a:lnTo>
                  <a:lnTo>
                    <a:pt x="348500" y="4191"/>
                  </a:lnTo>
                  <a:lnTo>
                    <a:pt x="348068" y="3962"/>
                  </a:lnTo>
                  <a:lnTo>
                    <a:pt x="346710" y="2895"/>
                  </a:lnTo>
                  <a:lnTo>
                    <a:pt x="346202" y="2895"/>
                  </a:lnTo>
                  <a:lnTo>
                    <a:pt x="345249" y="1727"/>
                  </a:lnTo>
                  <a:lnTo>
                    <a:pt x="343585" y="1727"/>
                  </a:lnTo>
                  <a:lnTo>
                    <a:pt x="342823" y="457"/>
                  </a:lnTo>
                  <a:lnTo>
                    <a:pt x="341757" y="457"/>
                  </a:lnTo>
                  <a:lnTo>
                    <a:pt x="341757" y="15595"/>
                  </a:lnTo>
                  <a:lnTo>
                    <a:pt x="341337" y="15875"/>
                  </a:lnTo>
                  <a:lnTo>
                    <a:pt x="341045" y="16129"/>
                  </a:lnTo>
                  <a:lnTo>
                    <a:pt x="338810" y="16891"/>
                  </a:lnTo>
                  <a:lnTo>
                    <a:pt x="338188" y="17094"/>
                  </a:lnTo>
                  <a:lnTo>
                    <a:pt x="338823" y="16827"/>
                  </a:lnTo>
                  <a:lnTo>
                    <a:pt x="340474" y="16129"/>
                  </a:lnTo>
                  <a:lnTo>
                    <a:pt x="341757" y="15595"/>
                  </a:lnTo>
                  <a:lnTo>
                    <a:pt x="341757" y="457"/>
                  </a:lnTo>
                  <a:lnTo>
                    <a:pt x="340093" y="457"/>
                  </a:lnTo>
                  <a:lnTo>
                    <a:pt x="340093" y="15608"/>
                  </a:lnTo>
                  <a:lnTo>
                    <a:pt x="339420" y="15875"/>
                  </a:lnTo>
                  <a:lnTo>
                    <a:pt x="338899" y="16065"/>
                  </a:lnTo>
                  <a:lnTo>
                    <a:pt x="339344" y="15595"/>
                  </a:lnTo>
                  <a:lnTo>
                    <a:pt x="339598" y="15595"/>
                  </a:lnTo>
                  <a:lnTo>
                    <a:pt x="339979" y="15595"/>
                  </a:lnTo>
                  <a:lnTo>
                    <a:pt x="339305" y="15875"/>
                  </a:lnTo>
                  <a:lnTo>
                    <a:pt x="340093" y="15608"/>
                  </a:lnTo>
                  <a:lnTo>
                    <a:pt x="340093" y="457"/>
                  </a:lnTo>
                  <a:lnTo>
                    <a:pt x="338696" y="457"/>
                  </a:lnTo>
                  <a:lnTo>
                    <a:pt x="338696" y="16129"/>
                  </a:lnTo>
                  <a:lnTo>
                    <a:pt x="338328" y="16281"/>
                  </a:lnTo>
                  <a:lnTo>
                    <a:pt x="337997" y="16421"/>
                  </a:lnTo>
                  <a:lnTo>
                    <a:pt x="338023" y="16141"/>
                  </a:lnTo>
                  <a:lnTo>
                    <a:pt x="337629" y="16294"/>
                  </a:lnTo>
                  <a:lnTo>
                    <a:pt x="337616" y="16129"/>
                  </a:lnTo>
                  <a:lnTo>
                    <a:pt x="337807" y="15506"/>
                  </a:lnTo>
                  <a:lnTo>
                    <a:pt x="337985" y="14732"/>
                  </a:lnTo>
                  <a:lnTo>
                    <a:pt x="337566" y="15595"/>
                  </a:lnTo>
                  <a:lnTo>
                    <a:pt x="337451" y="15875"/>
                  </a:lnTo>
                  <a:lnTo>
                    <a:pt x="337350" y="16129"/>
                  </a:lnTo>
                  <a:lnTo>
                    <a:pt x="337210" y="16471"/>
                  </a:lnTo>
                  <a:lnTo>
                    <a:pt x="336969" y="16573"/>
                  </a:lnTo>
                  <a:lnTo>
                    <a:pt x="336715" y="16129"/>
                  </a:lnTo>
                  <a:lnTo>
                    <a:pt x="336575" y="15875"/>
                  </a:lnTo>
                  <a:lnTo>
                    <a:pt x="336575" y="16129"/>
                  </a:lnTo>
                  <a:lnTo>
                    <a:pt x="336499" y="15875"/>
                  </a:lnTo>
                  <a:lnTo>
                    <a:pt x="336423" y="15595"/>
                  </a:lnTo>
                  <a:lnTo>
                    <a:pt x="337566" y="15595"/>
                  </a:lnTo>
                  <a:lnTo>
                    <a:pt x="338074" y="14325"/>
                  </a:lnTo>
                  <a:lnTo>
                    <a:pt x="338556" y="13119"/>
                  </a:lnTo>
                  <a:lnTo>
                    <a:pt x="338480" y="13639"/>
                  </a:lnTo>
                  <a:lnTo>
                    <a:pt x="338442" y="13817"/>
                  </a:lnTo>
                  <a:lnTo>
                    <a:pt x="338353" y="14325"/>
                  </a:lnTo>
                  <a:lnTo>
                    <a:pt x="338137" y="15595"/>
                  </a:lnTo>
                  <a:lnTo>
                    <a:pt x="338035" y="16129"/>
                  </a:lnTo>
                  <a:lnTo>
                    <a:pt x="338378" y="16129"/>
                  </a:lnTo>
                  <a:lnTo>
                    <a:pt x="338696" y="16129"/>
                  </a:lnTo>
                  <a:lnTo>
                    <a:pt x="338696" y="457"/>
                  </a:lnTo>
                  <a:lnTo>
                    <a:pt x="336575" y="457"/>
                  </a:lnTo>
                  <a:lnTo>
                    <a:pt x="335724" y="457"/>
                  </a:lnTo>
                  <a:lnTo>
                    <a:pt x="335724" y="15875"/>
                  </a:lnTo>
                  <a:lnTo>
                    <a:pt x="335280" y="15595"/>
                  </a:lnTo>
                  <a:lnTo>
                    <a:pt x="335534" y="15595"/>
                  </a:lnTo>
                  <a:lnTo>
                    <a:pt x="335724" y="15875"/>
                  </a:lnTo>
                  <a:lnTo>
                    <a:pt x="335724" y="457"/>
                  </a:lnTo>
                  <a:lnTo>
                    <a:pt x="335051" y="457"/>
                  </a:lnTo>
                  <a:lnTo>
                    <a:pt x="336143" y="0"/>
                  </a:lnTo>
                  <a:lnTo>
                    <a:pt x="334695" y="457"/>
                  </a:lnTo>
                  <a:lnTo>
                    <a:pt x="333971" y="457"/>
                  </a:lnTo>
                  <a:lnTo>
                    <a:pt x="333209" y="457"/>
                  </a:lnTo>
                  <a:lnTo>
                    <a:pt x="332549" y="457"/>
                  </a:lnTo>
                  <a:lnTo>
                    <a:pt x="332130" y="457"/>
                  </a:lnTo>
                  <a:lnTo>
                    <a:pt x="332130" y="1092"/>
                  </a:lnTo>
                  <a:lnTo>
                    <a:pt x="331139" y="1689"/>
                  </a:lnTo>
                  <a:lnTo>
                    <a:pt x="331139" y="2616"/>
                  </a:lnTo>
                  <a:lnTo>
                    <a:pt x="331050" y="2755"/>
                  </a:lnTo>
                  <a:lnTo>
                    <a:pt x="330962" y="2895"/>
                  </a:lnTo>
                  <a:lnTo>
                    <a:pt x="330708" y="2895"/>
                  </a:lnTo>
                  <a:lnTo>
                    <a:pt x="331050" y="2755"/>
                  </a:lnTo>
                  <a:lnTo>
                    <a:pt x="327393" y="4178"/>
                  </a:lnTo>
                  <a:lnTo>
                    <a:pt x="330454" y="2895"/>
                  </a:lnTo>
                  <a:lnTo>
                    <a:pt x="331139" y="2616"/>
                  </a:lnTo>
                  <a:lnTo>
                    <a:pt x="331139" y="1689"/>
                  </a:lnTo>
                  <a:lnTo>
                    <a:pt x="330669" y="1727"/>
                  </a:lnTo>
                  <a:lnTo>
                    <a:pt x="330034" y="1727"/>
                  </a:lnTo>
                  <a:lnTo>
                    <a:pt x="332003" y="1092"/>
                  </a:lnTo>
                  <a:lnTo>
                    <a:pt x="332130" y="1092"/>
                  </a:lnTo>
                  <a:lnTo>
                    <a:pt x="332130" y="457"/>
                  </a:lnTo>
                  <a:lnTo>
                    <a:pt x="331431" y="457"/>
                  </a:lnTo>
                  <a:lnTo>
                    <a:pt x="329920" y="1346"/>
                  </a:lnTo>
                  <a:lnTo>
                    <a:pt x="329806" y="2641"/>
                  </a:lnTo>
                  <a:lnTo>
                    <a:pt x="329184" y="2895"/>
                  </a:lnTo>
                  <a:lnTo>
                    <a:pt x="329412" y="2755"/>
                  </a:lnTo>
                  <a:lnTo>
                    <a:pt x="329806" y="2641"/>
                  </a:lnTo>
                  <a:lnTo>
                    <a:pt x="329806" y="1435"/>
                  </a:lnTo>
                  <a:lnTo>
                    <a:pt x="329361" y="1727"/>
                  </a:lnTo>
                  <a:lnTo>
                    <a:pt x="327469" y="4076"/>
                  </a:lnTo>
                  <a:lnTo>
                    <a:pt x="322199" y="9245"/>
                  </a:lnTo>
                  <a:lnTo>
                    <a:pt x="321919" y="10515"/>
                  </a:lnTo>
                  <a:lnTo>
                    <a:pt x="321602" y="11404"/>
                  </a:lnTo>
                  <a:lnTo>
                    <a:pt x="321513" y="11785"/>
                  </a:lnTo>
                  <a:lnTo>
                    <a:pt x="321310" y="12700"/>
                  </a:lnTo>
                  <a:lnTo>
                    <a:pt x="321462" y="12700"/>
                  </a:lnTo>
                  <a:lnTo>
                    <a:pt x="321373" y="13119"/>
                  </a:lnTo>
                  <a:lnTo>
                    <a:pt x="320929" y="14325"/>
                  </a:lnTo>
                  <a:lnTo>
                    <a:pt x="321081" y="13639"/>
                  </a:lnTo>
                  <a:lnTo>
                    <a:pt x="321132" y="13436"/>
                  </a:lnTo>
                  <a:lnTo>
                    <a:pt x="321373" y="13119"/>
                  </a:lnTo>
                  <a:lnTo>
                    <a:pt x="321310" y="12700"/>
                  </a:lnTo>
                  <a:lnTo>
                    <a:pt x="321348" y="11988"/>
                  </a:lnTo>
                  <a:lnTo>
                    <a:pt x="298831" y="46075"/>
                  </a:lnTo>
                  <a:lnTo>
                    <a:pt x="298577" y="47345"/>
                  </a:lnTo>
                  <a:lnTo>
                    <a:pt x="290830" y="61315"/>
                  </a:lnTo>
                  <a:lnTo>
                    <a:pt x="283972" y="75285"/>
                  </a:lnTo>
                  <a:lnTo>
                    <a:pt x="283845" y="76555"/>
                  </a:lnTo>
                  <a:lnTo>
                    <a:pt x="277368" y="90525"/>
                  </a:lnTo>
                  <a:lnTo>
                    <a:pt x="277114" y="91795"/>
                  </a:lnTo>
                  <a:lnTo>
                    <a:pt x="271780" y="107035"/>
                  </a:lnTo>
                  <a:lnTo>
                    <a:pt x="271907" y="105765"/>
                  </a:lnTo>
                  <a:lnTo>
                    <a:pt x="142354" y="433171"/>
                  </a:lnTo>
                  <a:lnTo>
                    <a:pt x="140716" y="433425"/>
                  </a:lnTo>
                  <a:lnTo>
                    <a:pt x="140335" y="433425"/>
                  </a:lnTo>
                  <a:lnTo>
                    <a:pt x="124079" y="436727"/>
                  </a:lnTo>
                  <a:lnTo>
                    <a:pt x="122174" y="437362"/>
                  </a:lnTo>
                  <a:lnTo>
                    <a:pt x="114427" y="440918"/>
                  </a:lnTo>
                  <a:lnTo>
                    <a:pt x="112522" y="443966"/>
                  </a:lnTo>
                  <a:lnTo>
                    <a:pt x="112636" y="453618"/>
                  </a:lnTo>
                  <a:lnTo>
                    <a:pt x="116332" y="457428"/>
                  </a:lnTo>
                  <a:lnTo>
                    <a:pt x="125857" y="457428"/>
                  </a:lnTo>
                  <a:lnTo>
                    <a:pt x="128143" y="455142"/>
                  </a:lnTo>
                  <a:lnTo>
                    <a:pt x="129667" y="453618"/>
                  </a:lnTo>
                  <a:lnTo>
                    <a:pt x="129794" y="453618"/>
                  </a:lnTo>
                  <a:lnTo>
                    <a:pt x="129794" y="453174"/>
                  </a:lnTo>
                  <a:lnTo>
                    <a:pt x="128409" y="453453"/>
                  </a:lnTo>
                  <a:lnTo>
                    <a:pt x="129743" y="453174"/>
                  </a:lnTo>
                  <a:lnTo>
                    <a:pt x="129794" y="452983"/>
                  </a:lnTo>
                  <a:lnTo>
                    <a:pt x="129794" y="453174"/>
                  </a:lnTo>
                  <a:lnTo>
                    <a:pt x="134823" y="452196"/>
                  </a:lnTo>
                  <a:lnTo>
                    <a:pt x="120142" y="489305"/>
                  </a:lnTo>
                  <a:lnTo>
                    <a:pt x="92456" y="571855"/>
                  </a:lnTo>
                  <a:lnTo>
                    <a:pt x="47561" y="696341"/>
                  </a:lnTo>
                  <a:lnTo>
                    <a:pt x="65646" y="696341"/>
                  </a:lnTo>
                  <a:lnTo>
                    <a:pt x="108712" y="576935"/>
                  </a:lnTo>
                  <a:lnTo>
                    <a:pt x="136525" y="494385"/>
                  </a:lnTo>
                  <a:lnTo>
                    <a:pt x="136398" y="495655"/>
                  </a:lnTo>
                  <a:lnTo>
                    <a:pt x="136893" y="494385"/>
                  </a:lnTo>
                  <a:lnTo>
                    <a:pt x="154978" y="448602"/>
                  </a:lnTo>
                  <a:lnTo>
                    <a:pt x="163283" y="447268"/>
                  </a:lnTo>
                  <a:lnTo>
                    <a:pt x="172847" y="445744"/>
                  </a:lnTo>
                  <a:lnTo>
                    <a:pt x="173482" y="445744"/>
                  </a:lnTo>
                  <a:lnTo>
                    <a:pt x="370332" y="401421"/>
                  </a:lnTo>
                  <a:lnTo>
                    <a:pt x="370586" y="401421"/>
                  </a:lnTo>
                  <a:lnTo>
                    <a:pt x="414147" y="390245"/>
                  </a:lnTo>
                  <a:lnTo>
                    <a:pt x="414782" y="389991"/>
                  </a:lnTo>
                  <a:lnTo>
                    <a:pt x="430428" y="384594"/>
                  </a:lnTo>
                  <a:lnTo>
                    <a:pt x="442531" y="380415"/>
                  </a:lnTo>
                  <a:lnTo>
                    <a:pt x="592709" y="916025"/>
                  </a:lnTo>
                  <a:lnTo>
                    <a:pt x="600710" y="942695"/>
                  </a:lnTo>
                  <a:lnTo>
                    <a:pt x="601726" y="945235"/>
                  </a:lnTo>
                  <a:lnTo>
                    <a:pt x="605028" y="946505"/>
                  </a:lnTo>
                  <a:lnTo>
                    <a:pt x="608330" y="946505"/>
                  </a:lnTo>
                  <a:lnTo>
                    <a:pt x="611505" y="945235"/>
                  </a:lnTo>
                  <a:lnTo>
                    <a:pt x="613537" y="942695"/>
                  </a:lnTo>
                  <a:close/>
                </a:path>
              </a:pathLst>
            </a:custGeom>
            <a:solidFill>
              <a:srgbClr val="E712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Mutually</a:t>
            </a:r>
            <a:r>
              <a:rPr spc="-110" dirty="0"/>
              <a:t> </a:t>
            </a:r>
            <a:r>
              <a:rPr dirty="0"/>
              <a:t>Exclusive</a:t>
            </a:r>
            <a:r>
              <a:rPr spc="-90" dirty="0"/>
              <a:t> </a:t>
            </a:r>
            <a:r>
              <a:rPr dirty="0"/>
              <a:t>and</a:t>
            </a:r>
            <a:r>
              <a:rPr spc="-95" dirty="0"/>
              <a:t> </a:t>
            </a:r>
            <a:r>
              <a:rPr dirty="0"/>
              <a:t>Exhaustive</a:t>
            </a:r>
            <a:r>
              <a:rPr spc="-85" dirty="0"/>
              <a:t> </a:t>
            </a:r>
            <a:r>
              <a:rPr spc="-10" dirty="0"/>
              <a:t>events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0980" y="1717928"/>
            <a:ext cx="7288530" cy="1287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Mutually</a:t>
            </a:r>
            <a:r>
              <a:rPr sz="1800" b="1" spc="-3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Exclusive</a:t>
            </a:r>
            <a:r>
              <a:rPr sz="1800" b="1" spc="-2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+</a:t>
            </a:r>
            <a:r>
              <a:rPr sz="1800" b="1" spc="-3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Exhaustive</a:t>
            </a:r>
            <a:r>
              <a:rPr sz="1800" b="1" spc="-2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Events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ts val="3890"/>
              </a:lnSpc>
              <a:spcBef>
                <a:spcPts val="215"/>
              </a:spcBef>
            </a:pPr>
            <a:r>
              <a:rPr sz="1800" dirty="0">
                <a:latin typeface="Tahoma"/>
                <a:cs typeface="Tahoma"/>
              </a:rPr>
              <a:t>When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exhaustive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events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don’t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overlap,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they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become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mutually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exclusive! </a:t>
            </a:r>
            <a:r>
              <a:rPr sz="1800" dirty="0">
                <a:solidFill>
                  <a:srgbClr val="2E5496"/>
                </a:solidFill>
                <a:latin typeface="Tahoma"/>
                <a:cs typeface="Tahoma"/>
              </a:rPr>
              <a:t>Any</a:t>
            </a:r>
            <a:r>
              <a:rPr sz="1800" spc="-40" dirty="0">
                <a:solidFill>
                  <a:srgbClr val="2E5496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E5496"/>
                </a:solidFill>
                <a:latin typeface="Tahoma"/>
                <a:cs typeface="Tahoma"/>
              </a:rPr>
              <a:t>example?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2997" y="3358641"/>
            <a:ext cx="4714240" cy="2565400"/>
            <a:chOff x="872997" y="3358641"/>
            <a:chExt cx="4714240" cy="2565400"/>
          </a:xfrm>
        </p:grpSpPr>
        <p:sp>
          <p:nvSpPr>
            <p:cNvPr id="5" name="object 5"/>
            <p:cNvSpPr/>
            <p:nvPr/>
          </p:nvSpPr>
          <p:spPr>
            <a:xfrm>
              <a:off x="1228343" y="3700271"/>
              <a:ext cx="1854835" cy="1812289"/>
            </a:xfrm>
            <a:custGeom>
              <a:avLst/>
              <a:gdLst/>
              <a:ahLst/>
              <a:cxnLst/>
              <a:rect l="l" t="t" r="r" b="b"/>
              <a:pathLst>
                <a:path w="1854835" h="1812289">
                  <a:moveTo>
                    <a:pt x="0" y="906017"/>
                  </a:moveTo>
                  <a:lnTo>
                    <a:pt x="1285" y="857900"/>
                  </a:lnTo>
                  <a:lnTo>
                    <a:pt x="5098" y="810436"/>
                  </a:lnTo>
                  <a:lnTo>
                    <a:pt x="11375" y="763690"/>
                  </a:lnTo>
                  <a:lnTo>
                    <a:pt x="20053" y="717722"/>
                  </a:lnTo>
                  <a:lnTo>
                    <a:pt x="31065" y="672597"/>
                  </a:lnTo>
                  <a:lnTo>
                    <a:pt x="44350" y="628376"/>
                  </a:lnTo>
                  <a:lnTo>
                    <a:pt x="59842" y="585122"/>
                  </a:lnTo>
                  <a:lnTo>
                    <a:pt x="77478" y="542898"/>
                  </a:lnTo>
                  <a:lnTo>
                    <a:pt x="97193" y="501767"/>
                  </a:lnTo>
                  <a:lnTo>
                    <a:pt x="118924" y="461791"/>
                  </a:lnTo>
                  <a:lnTo>
                    <a:pt x="142606" y="423032"/>
                  </a:lnTo>
                  <a:lnTo>
                    <a:pt x="168175" y="385554"/>
                  </a:lnTo>
                  <a:lnTo>
                    <a:pt x="195568" y="349418"/>
                  </a:lnTo>
                  <a:lnTo>
                    <a:pt x="224719" y="314689"/>
                  </a:lnTo>
                  <a:lnTo>
                    <a:pt x="255566" y="281427"/>
                  </a:lnTo>
                  <a:lnTo>
                    <a:pt x="288044" y="249696"/>
                  </a:lnTo>
                  <a:lnTo>
                    <a:pt x="322088" y="219558"/>
                  </a:lnTo>
                  <a:lnTo>
                    <a:pt x="357635" y="191076"/>
                  </a:lnTo>
                  <a:lnTo>
                    <a:pt x="394621" y="164313"/>
                  </a:lnTo>
                  <a:lnTo>
                    <a:pt x="432982" y="139332"/>
                  </a:lnTo>
                  <a:lnTo>
                    <a:pt x="472653" y="116194"/>
                  </a:lnTo>
                  <a:lnTo>
                    <a:pt x="513571" y="94962"/>
                  </a:lnTo>
                  <a:lnTo>
                    <a:pt x="555672" y="75699"/>
                  </a:lnTo>
                  <a:lnTo>
                    <a:pt x="598890" y="58469"/>
                  </a:lnTo>
                  <a:lnTo>
                    <a:pt x="643163" y="43332"/>
                  </a:lnTo>
                  <a:lnTo>
                    <a:pt x="688426" y="30353"/>
                  </a:lnTo>
                  <a:lnTo>
                    <a:pt x="734616" y="19592"/>
                  </a:lnTo>
                  <a:lnTo>
                    <a:pt x="781667" y="11114"/>
                  </a:lnTo>
                  <a:lnTo>
                    <a:pt x="829517" y="4981"/>
                  </a:lnTo>
                  <a:lnTo>
                    <a:pt x="878100" y="1255"/>
                  </a:lnTo>
                  <a:lnTo>
                    <a:pt x="927354" y="0"/>
                  </a:lnTo>
                  <a:lnTo>
                    <a:pt x="976607" y="1255"/>
                  </a:lnTo>
                  <a:lnTo>
                    <a:pt x="1025190" y="4981"/>
                  </a:lnTo>
                  <a:lnTo>
                    <a:pt x="1073040" y="11114"/>
                  </a:lnTo>
                  <a:lnTo>
                    <a:pt x="1120091" y="19592"/>
                  </a:lnTo>
                  <a:lnTo>
                    <a:pt x="1166281" y="30353"/>
                  </a:lnTo>
                  <a:lnTo>
                    <a:pt x="1211544" y="43332"/>
                  </a:lnTo>
                  <a:lnTo>
                    <a:pt x="1255817" y="58469"/>
                  </a:lnTo>
                  <a:lnTo>
                    <a:pt x="1299035" y="75699"/>
                  </a:lnTo>
                  <a:lnTo>
                    <a:pt x="1341136" y="94962"/>
                  </a:lnTo>
                  <a:lnTo>
                    <a:pt x="1382054" y="116194"/>
                  </a:lnTo>
                  <a:lnTo>
                    <a:pt x="1421725" y="139332"/>
                  </a:lnTo>
                  <a:lnTo>
                    <a:pt x="1460086" y="164313"/>
                  </a:lnTo>
                  <a:lnTo>
                    <a:pt x="1497072" y="191076"/>
                  </a:lnTo>
                  <a:lnTo>
                    <a:pt x="1532619" y="219558"/>
                  </a:lnTo>
                  <a:lnTo>
                    <a:pt x="1566663" y="249696"/>
                  </a:lnTo>
                  <a:lnTo>
                    <a:pt x="1599141" y="281427"/>
                  </a:lnTo>
                  <a:lnTo>
                    <a:pt x="1629988" y="314689"/>
                  </a:lnTo>
                  <a:lnTo>
                    <a:pt x="1659139" y="349418"/>
                  </a:lnTo>
                  <a:lnTo>
                    <a:pt x="1686532" y="385554"/>
                  </a:lnTo>
                  <a:lnTo>
                    <a:pt x="1712101" y="423032"/>
                  </a:lnTo>
                  <a:lnTo>
                    <a:pt x="1735783" y="461791"/>
                  </a:lnTo>
                  <a:lnTo>
                    <a:pt x="1757514" y="501767"/>
                  </a:lnTo>
                  <a:lnTo>
                    <a:pt x="1777229" y="542898"/>
                  </a:lnTo>
                  <a:lnTo>
                    <a:pt x="1794865" y="585122"/>
                  </a:lnTo>
                  <a:lnTo>
                    <a:pt x="1810357" y="628376"/>
                  </a:lnTo>
                  <a:lnTo>
                    <a:pt x="1823642" y="672597"/>
                  </a:lnTo>
                  <a:lnTo>
                    <a:pt x="1834654" y="717722"/>
                  </a:lnTo>
                  <a:lnTo>
                    <a:pt x="1843332" y="763690"/>
                  </a:lnTo>
                  <a:lnTo>
                    <a:pt x="1849609" y="810436"/>
                  </a:lnTo>
                  <a:lnTo>
                    <a:pt x="1853422" y="857900"/>
                  </a:lnTo>
                  <a:lnTo>
                    <a:pt x="1854708" y="906017"/>
                  </a:lnTo>
                  <a:lnTo>
                    <a:pt x="1853422" y="954135"/>
                  </a:lnTo>
                  <a:lnTo>
                    <a:pt x="1849609" y="1001599"/>
                  </a:lnTo>
                  <a:lnTo>
                    <a:pt x="1843332" y="1048345"/>
                  </a:lnTo>
                  <a:lnTo>
                    <a:pt x="1834654" y="1094313"/>
                  </a:lnTo>
                  <a:lnTo>
                    <a:pt x="1823642" y="1139438"/>
                  </a:lnTo>
                  <a:lnTo>
                    <a:pt x="1810357" y="1183659"/>
                  </a:lnTo>
                  <a:lnTo>
                    <a:pt x="1794865" y="1226913"/>
                  </a:lnTo>
                  <a:lnTo>
                    <a:pt x="1777229" y="1269137"/>
                  </a:lnTo>
                  <a:lnTo>
                    <a:pt x="1757514" y="1310268"/>
                  </a:lnTo>
                  <a:lnTo>
                    <a:pt x="1735783" y="1350244"/>
                  </a:lnTo>
                  <a:lnTo>
                    <a:pt x="1712101" y="1389003"/>
                  </a:lnTo>
                  <a:lnTo>
                    <a:pt x="1686532" y="1426481"/>
                  </a:lnTo>
                  <a:lnTo>
                    <a:pt x="1659139" y="1462617"/>
                  </a:lnTo>
                  <a:lnTo>
                    <a:pt x="1629988" y="1497346"/>
                  </a:lnTo>
                  <a:lnTo>
                    <a:pt x="1599141" y="1530608"/>
                  </a:lnTo>
                  <a:lnTo>
                    <a:pt x="1566663" y="1562339"/>
                  </a:lnTo>
                  <a:lnTo>
                    <a:pt x="1532619" y="1592477"/>
                  </a:lnTo>
                  <a:lnTo>
                    <a:pt x="1497072" y="1620959"/>
                  </a:lnTo>
                  <a:lnTo>
                    <a:pt x="1460086" y="1647722"/>
                  </a:lnTo>
                  <a:lnTo>
                    <a:pt x="1421725" y="1672703"/>
                  </a:lnTo>
                  <a:lnTo>
                    <a:pt x="1382054" y="1695841"/>
                  </a:lnTo>
                  <a:lnTo>
                    <a:pt x="1341136" y="1717073"/>
                  </a:lnTo>
                  <a:lnTo>
                    <a:pt x="1299035" y="1736336"/>
                  </a:lnTo>
                  <a:lnTo>
                    <a:pt x="1255817" y="1753566"/>
                  </a:lnTo>
                  <a:lnTo>
                    <a:pt x="1211544" y="1768703"/>
                  </a:lnTo>
                  <a:lnTo>
                    <a:pt x="1166281" y="1781682"/>
                  </a:lnTo>
                  <a:lnTo>
                    <a:pt x="1120091" y="1792443"/>
                  </a:lnTo>
                  <a:lnTo>
                    <a:pt x="1073040" y="1800921"/>
                  </a:lnTo>
                  <a:lnTo>
                    <a:pt x="1025190" y="1807054"/>
                  </a:lnTo>
                  <a:lnTo>
                    <a:pt x="976607" y="1810780"/>
                  </a:lnTo>
                  <a:lnTo>
                    <a:pt x="927354" y="1812036"/>
                  </a:lnTo>
                  <a:lnTo>
                    <a:pt x="878100" y="1810780"/>
                  </a:lnTo>
                  <a:lnTo>
                    <a:pt x="829517" y="1807054"/>
                  </a:lnTo>
                  <a:lnTo>
                    <a:pt x="781667" y="1800921"/>
                  </a:lnTo>
                  <a:lnTo>
                    <a:pt x="734616" y="1792443"/>
                  </a:lnTo>
                  <a:lnTo>
                    <a:pt x="688426" y="1781682"/>
                  </a:lnTo>
                  <a:lnTo>
                    <a:pt x="643163" y="1768703"/>
                  </a:lnTo>
                  <a:lnTo>
                    <a:pt x="598890" y="1753566"/>
                  </a:lnTo>
                  <a:lnTo>
                    <a:pt x="555672" y="1736336"/>
                  </a:lnTo>
                  <a:lnTo>
                    <a:pt x="513571" y="1717073"/>
                  </a:lnTo>
                  <a:lnTo>
                    <a:pt x="472653" y="1695841"/>
                  </a:lnTo>
                  <a:lnTo>
                    <a:pt x="432982" y="1672703"/>
                  </a:lnTo>
                  <a:lnTo>
                    <a:pt x="394621" y="1647722"/>
                  </a:lnTo>
                  <a:lnTo>
                    <a:pt x="357635" y="1620959"/>
                  </a:lnTo>
                  <a:lnTo>
                    <a:pt x="322088" y="1592477"/>
                  </a:lnTo>
                  <a:lnTo>
                    <a:pt x="288044" y="1562339"/>
                  </a:lnTo>
                  <a:lnTo>
                    <a:pt x="255566" y="1530608"/>
                  </a:lnTo>
                  <a:lnTo>
                    <a:pt x="224719" y="1497346"/>
                  </a:lnTo>
                  <a:lnTo>
                    <a:pt x="195568" y="1462617"/>
                  </a:lnTo>
                  <a:lnTo>
                    <a:pt x="168175" y="1426481"/>
                  </a:lnTo>
                  <a:lnTo>
                    <a:pt x="142606" y="1389003"/>
                  </a:lnTo>
                  <a:lnTo>
                    <a:pt x="118924" y="1350244"/>
                  </a:lnTo>
                  <a:lnTo>
                    <a:pt x="97193" y="1310268"/>
                  </a:lnTo>
                  <a:lnTo>
                    <a:pt x="77478" y="1269137"/>
                  </a:lnTo>
                  <a:lnTo>
                    <a:pt x="59842" y="1226913"/>
                  </a:lnTo>
                  <a:lnTo>
                    <a:pt x="44350" y="1183659"/>
                  </a:lnTo>
                  <a:lnTo>
                    <a:pt x="31065" y="1139438"/>
                  </a:lnTo>
                  <a:lnTo>
                    <a:pt x="20053" y="1094313"/>
                  </a:lnTo>
                  <a:lnTo>
                    <a:pt x="11375" y="1048345"/>
                  </a:lnTo>
                  <a:lnTo>
                    <a:pt x="5098" y="1001599"/>
                  </a:lnTo>
                  <a:lnTo>
                    <a:pt x="1285" y="954135"/>
                  </a:lnTo>
                  <a:lnTo>
                    <a:pt x="0" y="906017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38830" y="3693921"/>
              <a:ext cx="1867408" cy="182473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45945" y="4123689"/>
              <a:ext cx="614045" cy="946150"/>
            </a:xfrm>
            <a:custGeom>
              <a:avLst/>
              <a:gdLst/>
              <a:ahLst/>
              <a:cxnLst/>
              <a:rect l="l" t="t" r="r" b="b"/>
              <a:pathLst>
                <a:path w="614044" h="946150">
                  <a:moveTo>
                    <a:pt x="65328" y="697230"/>
                  </a:moveTo>
                  <a:lnTo>
                    <a:pt x="47244" y="697230"/>
                  </a:lnTo>
                  <a:lnTo>
                    <a:pt x="46951" y="697230"/>
                  </a:lnTo>
                  <a:lnTo>
                    <a:pt x="44958" y="701040"/>
                  </a:lnTo>
                  <a:lnTo>
                    <a:pt x="38862" y="715010"/>
                  </a:lnTo>
                  <a:lnTo>
                    <a:pt x="39116" y="713740"/>
                  </a:lnTo>
                  <a:lnTo>
                    <a:pt x="35941" y="720090"/>
                  </a:lnTo>
                  <a:lnTo>
                    <a:pt x="32639" y="725170"/>
                  </a:lnTo>
                  <a:lnTo>
                    <a:pt x="33020" y="725170"/>
                  </a:lnTo>
                  <a:lnTo>
                    <a:pt x="29464" y="730250"/>
                  </a:lnTo>
                  <a:lnTo>
                    <a:pt x="27940" y="732790"/>
                  </a:lnTo>
                  <a:lnTo>
                    <a:pt x="27051" y="734060"/>
                  </a:lnTo>
                  <a:lnTo>
                    <a:pt x="27762" y="732929"/>
                  </a:lnTo>
                  <a:lnTo>
                    <a:pt x="24803" y="735330"/>
                  </a:lnTo>
                  <a:lnTo>
                    <a:pt x="23622" y="736600"/>
                  </a:lnTo>
                  <a:lnTo>
                    <a:pt x="23368" y="736600"/>
                  </a:lnTo>
                  <a:lnTo>
                    <a:pt x="21082" y="737870"/>
                  </a:lnTo>
                  <a:lnTo>
                    <a:pt x="20828" y="737870"/>
                  </a:lnTo>
                  <a:lnTo>
                    <a:pt x="20066" y="739038"/>
                  </a:lnTo>
                  <a:lnTo>
                    <a:pt x="19926" y="739203"/>
                  </a:lnTo>
                  <a:lnTo>
                    <a:pt x="22352" y="737870"/>
                  </a:lnTo>
                  <a:lnTo>
                    <a:pt x="19989" y="739203"/>
                  </a:lnTo>
                  <a:lnTo>
                    <a:pt x="19735" y="739203"/>
                  </a:lnTo>
                  <a:lnTo>
                    <a:pt x="18592" y="739203"/>
                  </a:lnTo>
                  <a:lnTo>
                    <a:pt x="16891" y="740410"/>
                  </a:lnTo>
                  <a:lnTo>
                    <a:pt x="16129" y="740410"/>
                  </a:lnTo>
                  <a:lnTo>
                    <a:pt x="13335" y="741680"/>
                  </a:lnTo>
                  <a:lnTo>
                    <a:pt x="8636" y="741680"/>
                  </a:lnTo>
                  <a:lnTo>
                    <a:pt x="4191" y="742950"/>
                  </a:lnTo>
                  <a:lnTo>
                    <a:pt x="1778" y="745490"/>
                  </a:lnTo>
                  <a:lnTo>
                    <a:pt x="889" y="748030"/>
                  </a:lnTo>
                  <a:lnTo>
                    <a:pt x="0" y="751840"/>
                  </a:lnTo>
                  <a:lnTo>
                    <a:pt x="889" y="754380"/>
                  </a:lnTo>
                  <a:lnTo>
                    <a:pt x="5207" y="759460"/>
                  </a:lnTo>
                  <a:lnTo>
                    <a:pt x="14224" y="759460"/>
                  </a:lnTo>
                  <a:lnTo>
                    <a:pt x="15621" y="758190"/>
                  </a:lnTo>
                  <a:lnTo>
                    <a:pt x="17018" y="758190"/>
                  </a:lnTo>
                  <a:lnTo>
                    <a:pt x="20320" y="756920"/>
                  </a:lnTo>
                  <a:lnTo>
                    <a:pt x="22098" y="756920"/>
                  </a:lnTo>
                  <a:lnTo>
                    <a:pt x="22860" y="756920"/>
                  </a:lnTo>
                  <a:lnTo>
                    <a:pt x="24638" y="755650"/>
                  </a:lnTo>
                  <a:lnTo>
                    <a:pt x="23787" y="756081"/>
                  </a:lnTo>
                  <a:lnTo>
                    <a:pt x="24257" y="755650"/>
                  </a:lnTo>
                  <a:lnTo>
                    <a:pt x="24638" y="755650"/>
                  </a:lnTo>
                  <a:lnTo>
                    <a:pt x="26035" y="755650"/>
                  </a:lnTo>
                  <a:lnTo>
                    <a:pt x="27559" y="754380"/>
                  </a:lnTo>
                  <a:lnTo>
                    <a:pt x="28448" y="754380"/>
                  </a:lnTo>
                  <a:lnTo>
                    <a:pt x="29591" y="753110"/>
                  </a:lnTo>
                  <a:lnTo>
                    <a:pt x="28575" y="754380"/>
                  </a:lnTo>
                  <a:lnTo>
                    <a:pt x="30099" y="753110"/>
                  </a:lnTo>
                  <a:lnTo>
                    <a:pt x="32258" y="751840"/>
                  </a:lnTo>
                  <a:lnTo>
                    <a:pt x="32512" y="751840"/>
                  </a:lnTo>
                  <a:lnTo>
                    <a:pt x="33655" y="750570"/>
                  </a:lnTo>
                  <a:lnTo>
                    <a:pt x="34798" y="749300"/>
                  </a:lnTo>
                  <a:lnTo>
                    <a:pt x="35687" y="749300"/>
                  </a:lnTo>
                  <a:lnTo>
                    <a:pt x="36957" y="748030"/>
                  </a:lnTo>
                  <a:lnTo>
                    <a:pt x="40259" y="744220"/>
                  </a:lnTo>
                  <a:lnTo>
                    <a:pt x="41148" y="742950"/>
                  </a:lnTo>
                  <a:lnTo>
                    <a:pt x="43688" y="740410"/>
                  </a:lnTo>
                  <a:lnTo>
                    <a:pt x="43815" y="740410"/>
                  </a:lnTo>
                  <a:lnTo>
                    <a:pt x="45948" y="736600"/>
                  </a:lnTo>
                  <a:lnTo>
                    <a:pt x="47371" y="734060"/>
                  </a:lnTo>
                  <a:lnTo>
                    <a:pt x="47752" y="734060"/>
                  </a:lnTo>
                  <a:lnTo>
                    <a:pt x="51054" y="727710"/>
                  </a:lnTo>
                  <a:lnTo>
                    <a:pt x="54229" y="722630"/>
                  </a:lnTo>
                  <a:lnTo>
                    <a:pt x="54610" y="721360"/>
                  </a:lnTo>
                  <a:lnTo>
                    <a:pt x="57594" y="715010"/>
                  </a:lnTo>
                  <a:lnTo>
                    <a:pt x="60579" y="708660"/>
                  </a:lnTo>
                  <a:lnTo>
                    <a:pt x="63119" y="703580"/>
                  </a:lnTo>
                  <a:lnTo>
                    <a:pt x="63500" y="702310"/>
                  </a:lnTo>
                  <a:lnTo>
                    <a:pt x="65328" y="697230"/>
                  </a:lnTo>
                  <a:close/>
                </a:path>
                <a:path w="614044" h="946150">
                  <a:moveTo>
                    <a:pt x="321602" y="11430"/>
                  </a:moveTo>
                  <a:lnTo>
                    <a:pt x="321348" y="11645"/>
                  </a:lnTo>
                  <a:lnTo>
                    <a:pt x="321310" y="12547"/>
                  </a:lnTo>
                  <a:lnTo>
                    <a:pt x="321538" y="11645"/>
                  </a:lnTo>
                  <a:lnTo>
                    <a:pt x="321602" y="11430"/>
                  </a:lnTo>
                  <a:close/>
                </a:path>
                <a:path w="614044" h="946150">
                  <a:moveTo>
                    <a:pt x="322326" y="8890"/>
                  </a:moveTo>
                  <a:lnTo>
                    <a:pt x="321310" y="10160"/>
                  </a:lnTo>
                  <a:lnTo>
                    <a:pt x="321348" y="11645"/>
                  </a:lnTo>
                  <a:lnTo>
                    <a:pt x="321678" y="11137"/>
                  </a:lnTo>
                  <a:lnTo>
                    <a:pt x="321945" y="10160"/>
                  </a:lnTo>
                  <a:lnTo>
                    <a:pt x="322326" y="8890"/>
                  </a:lnTo>
                  <a:close/>
                </a:path>
                <a:path w="614044" h="946150">
                  <a:moveTo>
                    <a:pt x="338480" y="19380"/>
                  </a:moveTo>
                  <a:lnTo>
                    <a:pt x="338328" y="19050"/>
                  </a:lnTo>
                  <a:lnTo>
                    <a:pt x="338074" y="19050"/>
                  </a:lnTo>
                  <a:lnTo>
                    <a:pt x="338480" y="19380"/>
                  </a:lnTo>
                  <a:close/>
                </a:path>
                <a:path w="614044" h="946150">
                  <a:moveTo>
                    <a:pt x="613664" y="942340"/>
                  </a:moveTo>
                  <a:lnTo>
                    <a:pt x="581787" y="815340"/>
                  </a:lnTo>
                  <a:lnTo>
                    <a:pt x="380873" y="95250"/>
                  </a:lnTo>
                  <a:lnTo>
                    <a:pt x="364998" y="40640"/>
                  </a:lnTo>
                  <a:lnTo>
                    <a:pt x="364744" y="39370"/>
                  </a:lnTo>
                  <a:lnTo>
                    <a:pt x="357936" y="21590"/>
                  </a:lnTo>
                  <a:lnTo>
                    <a:pt x="357085" y="19380"/>
                  </a:lnTo>
                  <a:lnTo>
                    <a:pt x="356971" y="19050"/>
                  </a:lnTo>
                  <a:lnTo>
                    <a:pt x="356743" y="19050"/>
                  </a:lnTo>
                  <a:lnTo>
                    <a:pt x="338709" y="19050"/>
                  </a:lnTo>
                  <a:lnTo>
                    <a:pt x="338455" y="19050"/>
                  </a:lnTo>
                  <a:lnTo>
                    <a:pt x="338480" y="19380"/>
                  </a:lnTo>
                  <a:lnTo>
                    <a:pt x="338836" y="20320"/>
                  </a:lnTo>
                  <a:lnTo>
                    <a:pt x="339344" y="21590"/>
                  </a:lnTo>
                  <a:lnTo>
                    <a:pt x="339598" y="21590"/>
                  </a:lnTo>
                  <a:lnTo>
                    <a:pt x="339979" y="22860"/>
                  </a:lnTo>
                  <a:lnTo>
                    <a:pt x="340233" y="24130"/>
                  </a:lnTo>
                  <a:lnTo>
                    <a:pt x="348361" y="45720"/>
                  </a:lnTo>
                  <a:lnTo>
                    <a:pt x="355460" y="70104"/>
                  </a:lnTo>
                  <a:lnTo>
                    <a:pt x="364109" y="100330"/>
                  </a:lnTo>
                  <a:lnTo>
                    <a:pt x="439051" y="367474"/>
                  </a:lnTo>
                  <a:lnTo>
                    <a:pt x="410464" y="372872"/>
                  </a:lnTo>
                  <a:lnTo>
                    <a:pt x="364680" y="384619"/>
                  </a:lnTo>
                  <a:lnTo>
                    <a:pt x="366395" y="384238"/>
                  </a:lnTo>
                  <a:lnTo>
                    <a:pt x="168249" y="428688"/>
                  </a:lnTo>
                  <a:lnTo>
                    <a:pt x="170294" y="428383"/>
                  </a:lnTo>
                  <a:lnTo>
                    <a:pt x="162382" y="429602"/>
                  </a:lnTo>
                  <a:lnTo>
                    <a:pt x="217043" y="290830"/>
                  </a:lnTo>
                  <a:lnTo>
                    <a:pt x="288163" y="111760"/>
                  </a:lnTo>
                  <a:lnTo>
                    <a:pt x="289941" y="106680"/>
                  </a:lnTo>
                  <a:lnTo>
                    <a:pt x="293497" y="96520"/>
                  </a:lnTo>
                  <a:lnTo>
                    <a:pt x="293243" y="97790"/>
                  </a:lnTo>
                  <a:lnTo>
                    <a:pt x="293789" y="96520"/>
                  </a:lnTo>
                  <a:lnTo>
                    <a:pt x="300799" y="80352"/>
                  </a:lnTo>
                  <a:lnTo>
                    <a:pt x="306578" y="68580"/>
                  </a:lnTo>
                  <a:lnTo>
                    <a:pt x="306324" y="68580"/>
                  </a:lnTo>
                  <a:lnTo>
                    <a:pt x="313944" y="54610"/>
                  </a:lnTo>
                  <a:lnTo>
                    <a:pt x="313563" y="55880"/>
                  </a:lnTo>
                  <a:lnTo>
                    <a:pt x="314363" y="54610"/>
                  </a:lnTo>
                  <a:lnTo>
                    <a:pt x="336931" y="19050"/>
                  </a:lnTo>
                  <a:lnTo>
                    <a:pt x="336550" y="19050"/>
                  </a:lnTo>
                  <a:lnTo>
                    <a:pt x="336664" y="17983"/>
                  </a:lnTo>
                  <a:lnTo>
                    <a:pt x="336410" y="18453"/>
                  </a:lnTo>
                  <a:lnTo>
                    <a:pt x="336169" y="19050"/>
                  </a:lnTo>
                  <a:lnTo>
                    <a:pt x="336588" y="17983"/>
                  </a:lnTo>
                  <a:lnTo>
                    <a:pt x="337718" y="17983"/>
                  </a:lnTo>
                  <a:lnTo>
                    <a:pt x="338023" y="18453"/>
                  </a:lnTo>
                  <a:lnTo>
                    <a:pt x="338366" y="18453"/>
                  </a:lnTo>
                  <a:lnTo>
                    <a:pt x="356616" y="18453"/>
                  </a:lnTo>
                  <a:lnTo>
                    <a:pt x="356527" y="17983"/>
                  </a:lnTo>
                  <a:lnTo>
                    <a:pt x="356209" y="15925"/>
                  </a:lnTo>
                  <a:lnTo>
                    <a:pt x="356184" y="15735"/>
                  </a:lnTo>
                  <a:lnTo>
                    <a:pt x="355600" y="13970"/>
                  </a:lnTo>
                  <a:lnTo>
                    <a:pt x="355219" y="13042"/>
                  </a:lnTo>
                  <a:lnTo>
                    <a:pt x="355092" y="12738"/>
                  </a:lnTo>
                  <a:lnTo>
                    <a:pt x="354025" y="11645"/>
                  </a:lnTo>
                  <a:lnTo>
                    <a:pt x="354241" y="12471"/>
                  </a:lnTo>
                  <a:lnTo>
                    <a:pt x="353898" y="11645"/>
                  </a:lnTo>
                  <a:lnTo>
                    <a:pt x="353822" y="11430"/>
                  </a:lnTo>
                  <a:lnTo>
                    <a:pt x="353568" y="11430"/>
                  </a:lnTo>
                  <a:lnTo>
                    <a:pt x="353364" y="11137"/>
                  </a:lnTo>
                  <a:lnTo>
                    <a:pt x="353225" y="11137"/>
                  </a:lnTo>
                  <a:lnTo>
                    <a:pt x="353314" y="11430"/>
                  </a:lnTo>
                  <a:lnTo>
                    <a:pt x="352628" y="10160"/>
                  </a:lnTo>
                  <a:lnTo>
                    <a:pt x="352120" y="9232"/>
                  </a:lnTo>
                  <a:lnTo>
                    <a:pt x="352755" y="10210"/>
                  </a:lnTo>
                  <a:lnTo>
                    <a:pt x="353225" y="11137"/>
                  </a:lnTo>
                  <a:lnTo>
                    <a:pt x="353098" y="10744"/>
                  </a:lnTo>
                  <a:lnTo>
                    <a:pt x="352933" y="10160"/>
                  </a:lnTo>
                  <a:lnTo>
                    <a:pt x="350901" y="6350"/>
                  </a:lnTo>
                  <a:lnTo>
                    <a:pt x="351028" y="7620"/>
                  </a:lnTo>
                  <a:lnTo>
                    <a:pt x="350774" y="6350"/>
                  </a:lnTo>
                  <a:lnTo>
                    <a:pt x="349504" y="5080"/>
                  </a:lnTo>
                  <a:lnTo>
                    <a:pt x="350901" y="6350"/>
                  </a:lnTo>
                  <a:lnTo>
                    <a:pt x="349885" y="5080"/>
                  </a:lnTo>
                  <a:lnTo>
                    <a:pt x="348488" y="3810"/>
                  </a:lnTo>
                  <a:lnTo>
                    <a:pt x="348361" y="3810"/>
                  </a:lnTo>
                  <a:lnTo>
                    <a:pt x="347599" y="3810"/>
                  </a:lnTo>
                  <a:lnTo>
                    <a:pt x="346646" y="2882"/>
                  </a:lnTo>
                  <a:lnTo>
                    <a:pt x="348361" y="3810"/>
                  </a:lnTo>
                  <a:lnTo>
                    <a:pt x="348297" y="3670"/>
                  </a:lnTo>
                  <a:lnTo>
                    <a:pt x="346837" y="2540"/>
                  </a:lnTo>
                  <a:lnTo>
                    <a:pt x="346329" y="2540"/>
                  </a:lnTo>
                  <a:lnTo>
                    <a:pt x="345313" y="1270"/>
                  </a:lnTo>
                  <a:lnTo>
                    <a:pt x="343662" y="1270"/>
                  </a:lnTo>
                  <a:lnTo>
                    <a:pt x="342900" y="0"/>
                  </a:lnTo>
                  <a:lnTo>
                    <a:pt x="340042" y="0"/>
                  </a:lnTo>
                  <a:lnTo>
                    <a:pt x="340042" y="16014"/>
                  </a:lnTo>
                  <a:lnTo>
                    <a:pt x="339293" y="16332"/>
                  </a:lnTo>
                  <a:lnTo>
                    <a:pt x="338607" y="17284"/>
                  </a:lnTo>
                  <a:lnTo>
                    <a:pt x="338505" y="17411"/>
                  </a:lnTo>
                  <a:lnTo>
                    <a:pt x="339242" y="16344"/>
                  </a:lnTo>
                  <a:lnTo>
                    <a:pt x="339369" y="16230"/>
                  </a:lnTo>
                  <a:lnTo>
                    <a:pt x="340042" y="16014"/>
                  </a:lnTo>
                  <a:lnTo>
                    <a:pt x="340042" y="0"/>
                  </a:lnTo>
                  <a:lnTo>
                    <a:pt x="339725" y="0"/>
                  </a:lnTo>
                  <a:lnTo>
                    <a:pt x="339725" y="15735"/>
                  </a:lnTo>
                  <a:lnTo>
                    <a:pt x="339382" y="16205"/>
                  </a:lnTo>
                  <a:lnTo>
                    <a:pt x="339572" y="15925"/>
                  </a:lnTo>
                  <a:lnTo>
                    <a:pt x="338759" y="16395"/>
                  </a:lnTo>
                  <a:lnTo>
                    <a:pt x="338607" y="16459"/>
                  </a:lnTo>
                  <a:lnTo>
                    <a:pt x="338239" y="16700"/>
                  </a:lnTo>
                  <a:lnTo>
                    <a:pt x="338277" y="16560"/>
                  </a:lnTo>
                  <a:lnTo>
                    <a:pt x="338455" y="15938"/>
                  </a:lnTo>
                  <a:lnTo>
                    <a:pt x="338937" y="15735"/>
                  </a:lnTo>
                  <a:lnTo>
                    <a:pt x="339064" y="15735"/>
                  </a:lnTo>
                  <a:lnTo>
                    <a:pt x="338594" y="15925"/>
                  </a:lnTo>
                  <a:lnTo>
                    <a:pt x="339178" y="15925"/>
                  </a:lnTo>
                  <a:lnTo>
                    <a:pt x="339509" y="15925"/>
                  </a:lnTo>
                  <a:lnTo>
                    <a:pt x="339725" y="15735"/>
                  </a:lnTo>
                  <a:lnTo>
                    <a:pt x="339725" y="0"/>
                  </a:lnTo>
                  <a:lnTo>
                    <a:pt x="338696" y="0"/>
                  </a:lnTo>
                  <a:lnTo>
                    <a:pt x="338696" y="12738"/>
                  </a:lnTo>
                  <a:lnTo>
                    <a:pt x="338632" y="13055"/>
                  </a:lnTo>
                  <a:lnTo>
                    <a:pt x="338201" y="13970"/>
                  </a:lnTo>
                  <a:lnTo>
                    <a:pt x="338124" y="14325"/>
                  </a:lnTo>
                  <a:lnTo>
                    <a:pt x="338289" y="13970"/>
                  </a:lnTo>
                  <a:lnTo>
                    <a:pt x="338010" y="14884"/>
                  </a:lnTo>
                  <a:lnTo>
                    <a:pt x="337845" y="15735"/>
                  </a:lnTo>
                  <a:lnTo>
                    <a:pt x="337807" y="15925"/>
                  </a:lnTo>
                  <a:lnTo>
                    <a:pt x="337705" y="16243"/>
                  </a:lnTo>
                  <a:lnTo>
                    <a:pt x="337553" y="16776"/>
                  </a:lnTo>
                  <a:lnTo>
                    <a:pt x="337616" y="16294"/>
                  </a:lnTo>
                  <a:lnTo>
                    <a:pt x="337705" y="15925"/>
                  </a:lnTo>
                  <a:lnTo>
                    <a:pt x="337350" y="16078"/>
                  </a:lnTo>
                  <a:lnTo>
                    <a:pt x="337070" y="16192"/>
                  </a:lnTo>
                  <a:lnTo>
                    <a:pt x="336816" y="15735"/>
                  </a:lnTo>
                  <a:lnTo>
                    <a:pt x="336753" y="15925"/>
                  </a:lnTo>
                  <a:lnTo>
                    <a:pt x="336613" y="15925"/>
                  </a:lnTo>
                  <a:lnTo>
                    <a:pt x="336791" y="16268"/>
                  </a:lnTo>
                  <a:lnTo>
                    <a:pt x="336003" y="15735"/>
                  </a:lnTo>
                  <a:lnTo>
                    <a:pt x="335965" y="15925"/>
                  </a:lnTo>
                  <a:lnTo>
                    <a:pt x="336334" y="16497"/>
                  </a:lnTo>
                  <a:lnTo>
                    <a:pt x="336207" y="16548"/>
                  </a:lnTo>
                  <a:lnTo>
                    <a:pt x="335153" y="15925"/>
                  </a:lnTo>
                  <a:lnTo>
                    <a:pt x="335813" y="15925"/>
                  </a:lnTo>
                  <a:lnTo>
                    <a:pt x="335686" y="15735"/>
                  </a:lnTo>
                  <a:lnTo>
                    <a:pt x="337489" y="15735"/>
                  </a:lnTo>
                  <a:lnTo>
                    <a:pt x="338201" y="13970"/>
                  </a:lnTo>
                  <a:lnTo>
                    <a:pt x="338569" y="13042"/>
                  </a:lnTo>
                  <a:lnTo>
                    <a:pt x="338696" y="12738"/>
                  </a:lnTo>
                  <a:lnTo>
                    <a:pt x="338696" y="0"/>
                  </a:lnTo>
                  <a:lnTo>
                    <a:pt x="334302" y="0"/>
                  </a:lnTo>
                  <a:lnTo>
                    <a:pt x="334302" y="1041"/>
                  </a:lnTo>
                  <a:lnTo>
                    <a:pt x="331470" y="2222"/>
                  </a:lnTo>
                  <a:lnTo>
                    <a:pt x="331025" y="2387"/>
                  </a:lnTo>
                  <a:lnTo>
                    <a:pt x="331343" y="2222"/>
                  </a:lnTo>
                  <a:lnTo>
                    <a:pt x="333629" y="1270"/>
                  </a:lnTo>
                  <a:lnTo>
                    <a:pt x="334302" y="1041"/>
                  </a:lnTo>
                  <a:lnTo>
                    <a:pt x="334302" y="0"/>
                  </a:lnTo>
                  <a:lnTo>
                    <a:pt x="333502" y="0"/>
                  </a:lnTo>
                  <a:lnTo>
                    <a:pt x="332740" y="0"/>
                  </a:lnTo>
                  <a:lnTo>
                    <a:pt x="332130" y="762"/>
                  </a:lnTo>
                  <a:lnTo>
                    <a:pt x="331216" y="1270"/>
                  </a:lnTo>
                  <a:lnTo>
                    <a:pt x="330962" y="1270"/>
                  </a:lnTo>
                  <a:lnTo>
                    <a:pt x="330454" y="1270"/>
                  </a:lnTo>
                  <a:lnTo>
                    <a:pt x="332016" y="762"/>
                  </a:lnTo>
                  <a:lnTo>
                    <a:pt x="332740" y="0"/>
                  </a:lnTo>
                  <a:lnTo>
                    <a:pt x="331724" y="0"/>
                  </a:lnTo>
                  <a:lnTo>
                    <a:pt x="329438" y="1270"/>
                  </a:lnTo>
                  <a:lnTo>
                    <a:pt x="328409" y="2844"/>
                  </a:lnTo>
                  <a:lnTo>
                    <a:pt x="327875" y="3263"/>
                  </a:lnTo>
                  <a:lnTo>
                    <a:pt x="327875" y="3670"/>
                  </a:lnTo>
                  <a:lnTo>
                    <a:pt x="327787" y="3810"/>
                  </a:lnTo>
                  <a:lnTo>
                    <a:pt x="327533" y="3810"/>
                  </a:lnTo>
                  <a:lnTo>
                    <a:pt x="327875" y="3670"/>
                  </a:lnTo>
                  <a:lnTo>
                    <a:pt x="327875" y="3263"/>
                  </a:lnTo>
                  <a:lnTo>
                    <a:pt x="327152" y="3810"/>
                  </a:lnTo>
                  <a:lnTo>
                    <a:pt x="326771" y="3810"/>
                  </a:lnTo>
                  <a:lnTo>
                    <a:pt x="325628" y="5080"/>
                  </a:lnTo>
                  <a:lnTo>
                    <a:pt x="324993" y="5080"/>
                  </a:lnTo>
                  <a:lnTo>
                    <a:pt x="324612" y="6350"/>
                  </a:lnTo>
                  <a:lnTo>
                    <a:pt x="323850" y="6350"/>
                  </a:lnTo>
                  <a:lnTo>
                    <a:pt x="322326" y="8890"/>
                  </a:lnTo>
                  <a:lnTo>
                    <a:pt x="321729" y="11137"/>
                  </a:lnTo>
                  <a:lnTo>
                    <a:pt x="321411" y="12547"/>
                  </a:lnTo>
                  <a:lnTo>
                    <a:pt x="321779" y="11645"/>
                  </a:lnTo>
                  <a:lnTo>
                    <a:pt x="320929" y="13970"/>
                  </a:lnTo>
                  <a:lnTo>
                    <a:pt x="321170" y="13042"/>
                  </a:lnTo>
                  <a:lnTo>
                    <a:pt x="321259" y="12738"/>
                  </a:lnTo>
                  <a:lnTo>
                    <a:pt x="321348" y="11645"/>
                  </a:lnTo>
                  <a:lnTo>
                    <a:pt x="298958" y="45720"/>
                  </a:lnTo>
                  <a:lnTo>
                    <a:pt x="298577" y="46990"/>
                  </a:lnTo>
                  <a:lnTo>
                    <a:pt x="291084" y="60960"/>
                  </a:lnTo>
                  <a:lnTo>
                    <a:pt x="290830" y="60960"/>
                  </a:lnTo>
                  <a:lnTo>
                    <a:pt x="283972" y="74930"/>
                  </a:lnTo>
                  <a:lnTo>
                    <a:pt x="277495" y="90170"/>
                  </a:lnTo>
                  <a:lnTo>
                    <a:pt x="277228" y="91478"/>
                  </a:lnTo>
                  <a:lnTo>
                    <a:pt x="271780" y="106680"/>
                  </a:lnTo>
                  <a:lnTo>
                    <a:pt x="271907" y="105410"/>
                  </a:lnTo>
                  <a:lnTo>
                    <a:pt x="142633" y="432650"/>
                  </a:lnTo>
                  <a:lnTo>
                    <a:pt x="140716" y="432943"/>
                  </a:lnTo>
                  <a:lnTo>
                    <a:pt x="140335" y="433070"/>
                  </a:lnTo>
                  <a:lnTo>
                    <a:pt x="124206" y="436245"/>
                  </a:lnTo>
                  <a:lnTo>
                    <a:pt x="122301" y="436880"/>
                  </a:lnTo>
                  <a:lnTo>
                    <a:pt x="117602" y="439039"/>
                  </a:lnTo>
                  <a:lnTo>
                    <a:pt x="114554" y="440563"/>
                  </a:lnTo>
                  <a:lnTo>
                    <a:pt x="112522" y="443611"/>
                  </a:lnTo>
                  <a:lnTo>
                    <a:pt x="112649" y="453263"/>
                  </a:lnTo>
                  <a:lnTo>
                    <a:pt x="116459" y="457073"/>
                  </a:lnTo>
                  <a:lnTo>
                    <a:pt x="125984" y="457073"/>
                  </a:lnTo>
                  <a:lnTo>
                    <a:pt x="128270" y="454787"/>
                  </a:lnTo>
                  <a:lnTo>
                    <a:pt x="129794" y="453263"/>
                  </a:lnTo>
                  <a:lnTo>
                    <a:pt x="129921" y="453263"/>
                  </a:lnTo>
                  <a:lnTo>
                    <a:pt x="129921" y="452818"/>
                  </a:lnTo>
                  <a:lnTo>
                    <a:pt x="128524" y="453097"/>
                  </a:lnTo>
                  <a:lnTo>
                    <a:pt x="129882" y="452818"/>
                  </a:lnTo>
                  <a:lnTo>
                    <a:pt x="129921" y="452628"/>
                  </a:lnTo>
                  <a:lnTo>
                    <a:pt x="129921" y="452818"/>
                  </a:lnTo>
                  <a:lnTo>
                    <a:pt x="135064" y="451815"/>
                  </a:lnTo>
                  <a:lnTo>
                    <a:pt x="120396" y="488950"/>
                  </a:lnTo>
                  <a:lnTo>
                    <a:pt x="120269" y="488950"/>
                  </a:lnTo>
                  <a:lnTo>
                    <a:pt x="92583" y="571500"/>
                  </a:lnTo>
                  <a:lnTo>
                    <a:pt x="47688" y="695985"/>
                  </a:lnTo>
                  <a:lnTo>
                    <a:pt x="65773" y="695985"/>
                  </a:lnTo>
                  <a:lnTo>
                    <a:pt x="108839" y="576580"/>
                  </a:lnTo>
                  <a:lnTo>
                    <a:pt x="136652" y="494030"/>
                  </a:lnTo>
                  <a:lnTo>
                    <a:pt x="136525" y="495300"/>
                  </a:lnTo>
                  <a:lnTo>
                    <a:pt x="137020" y="494030"/>
                  </a:lnTo>
                  <a:lnTo>
                    <a:pt x="155041" y="448259"/>
                  </a:lnTo>
                  <a:lnTo>
                    <a:pt x="163410" y="446913"/>
                  </a:lnTo>
                  <a:lnTo>
                    <a:pt x="172974" y="445389"/>
                  </a:lnTo>
                  <a:lnTo>
                    <a:pt x="248119" y="428383"/>
                  </a:lnTo>
                  <a:lnTo>
                    <a:pt x="265303" y="424434"/>
                  </a:lnTo>
                  <a:lnTo>
                    <a:pt x="370459" y="401066"/>
                  </a:lnTo>
                  <a:lnTo>
                    <a:pt x="370217" y="401066"/>
                  </a:lnTo>
                  <a:lnTo>
                    <a:pt x="414274" y="389763"/>
                  </a:lnTo>
                  <a:lnTo>
                    <a:pt x="414540" y="389763"/>
                  </a:lnTo>
                  <a:lnTo>
                    <a:pt x="430555" y="384238"/>
                  </a:lnTo>
                  <a:lnTo>
                    <a:pt x="442595" y="380085"/>
                  </a:lnTo>
                  <a:lnTo>
                    <a:pt x="565785" y="819150"/>
                  </a:lnTo>
                  <a:lnTo>
                    <a:pt x="592709" y="915670"/>
                  </a:lnTo>
                  <a:lnTo>
                    <a:pt x="600837" y="942340"/>
                  </a:lnTo>
                  <a:lnTo>
                    <a:pt x="601853" y="944880"/>
                  </a:lnTo>
                  <a:lnTo>
                    <a:pt x="605155" y="946150"/>
                  </a:lnTo>
                  <a:lnTo>
                    <a:pt x="608330" y="946150"/>
                  </a:lnTo>
                  <a:lnTo>
                    <a:pt x="611632" y="944880"/>
                  </a:lnTo>
                  <a:lnTo>
                    <a:pt x="613664" y="942340"/>
                  </a:lnTo>
                  <a:close/>
                </a:path>
              </a:pathLst>
            </a:custGeom>
            <a:solidFill>
              <a:srgbClr val="E712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79347" y="3364991"/>
              <a:ext cx="4701540" cy="2552700"/>
            </a:xfrm>
            <a:custGeom>
              <a:avLst/>
              <a:gdLst/>
              <a:ahLst/>
              <a:cxnLst/>
              <a:rect l="l" t="t" r="r" b="b"/>
              <a:pathLst>
                <a:path w="4701540" h="2552700">
                  <a:moveTo>
                    <a:pt x="0" y="2552700"/>
                  </a:moveTo>
                  <a:lnTo>
                    <a:pt x="4701540" y="2552700"/>
                  </a:lnTo>
                  <a:lnTo>
                    <a:pt x="4701540" y="0"/>
                  </a:lnTo>
                  <a:lnTo>
                    <a:pt x="0" y="0"/>
                  </a:lnTo>
                  <a:lnTo>
                    <a:pt x="0" y="25527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275077" y="5936996"/>
            <a:ext cx="141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Not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Exhaustive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6893" y="5936996"/>
            <a:ext cx="10172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Exhaustive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604761" y="3326638"/>
            <a:ext cx="4714240" cy="2565400"/>
            <a:chOff x="6604761" y="3326638"/>
            <a:chExt cx="4714240" cy="256540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81259" y="4157345"/>
              <a:ext cx="538861" cy="96646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611111" y="3332988"/>
              <a:ext cx="4701540" cy="2552700"/>
            </a:xfrm>
            <a:custGeom>
              <a:avLst/>
              <a:gdLst/>
              <a:ahLst/>
              <a:cxnLst/>
              <a:rect l="l" t="t" r="r" b="b"/>
              <a:pathLst>
                <a:path w="4701540" h="2552700">
                  <a:moveTo>
                    <a:pt x="0" y="2552700"/>
                  </a:moveTo>
                  <a:lnTo>
                    <a:pt x="4701540" y="2552700"/>
                  </a:lnTo>
                  <a:lnTo>
                    <a:pt x="4701540" y="0"/>
                  </a:lnTo>
                  <a:lnTo>
                    <a:pt x="0" y="0"/>
                  </a:lnTo>
                  <a:lnTo>
                    <a:pt x="0" y="25527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11111" y="3332988"/>
              <a:ext cx="2531745" cy="2552700"/>
            </a:xfrm>
            <a:custGeom>
              <a:avLst/>
              <a:gdLst/>
              <a:ahLst/>
              <a:cxnLst/>
              <a:rect l="l" t="t" r="r" b="b"/>
              <a:pathLst>
                <a:path w="2531745" h="2552700">
                  <a:moveTo>
                    <a:pt x="2531363" y="0"/>
                  </a:moveTo>
                  <a:lnTo>
                    <a:pt x="0" y="0"/>
                  </a:lnTo>
                  <a:lnTo>
                    <a:pt x="0" y="2552700"/>
                  </a:lnTo>
                  <a:lnTo>
                    <a:pt x="2531363" y="2552700"/>
                  </a:lnTo>
                  <a:lnTo>
                    <a:pt x="2531363" y="0"/>
                  </a:lnTo>
                  <a:close/>
                </a:path>
              </a:pathLst>
            </a:custGeom>
            <a:solidFill>
              <a:srgbClr val="AE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611111" y="3332988"/>
              <a:ext cx="2531745" cy="2552700"/>
            </a:xfrm>
            <a:custGeom>
              <a:avLst/>
              <a:gdLst/>
              <a:ahLst/>
              <a:cxnLst/>
              <a:rect l="l" t="t" r="r" b="b"/>
              <a:pathLst>
                <a:path w="2531745" h="2552700">
                  <a:moveTo>
                    <a:pt x="0" y="2552700"/>
                  </a:moveTo>
                  <a:lnTo>
                    <a:pt x="2531363" y="2552700"/>
                  </a:lnTo>
                  <a:lnTo>
                    <a:pt x="2531363" y="0"/>
                  </a:lnTo>
                  <a:lnTo>
                    <a:pt x="0" y="0"/>
                  </a:lnTo>
                  <a:lnTo>
                    <a:pt x="0" y="25527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568946" y="4162196"/>
              <a:ext cx="614045" cy="946785"/>
            </a:xfrm>
            <a:custGeom>
              <a:avLst/>
              <a:gdLst/>
              <a:ahLst/>
              <a:cxnLst/>
              <a:rect l="l" t="t" r="r" b="b"/>
              <a:pathLst>
                <a:path w="614045" h="946785">
                  <a:moveTo>
                    <a:pt x="65201" y="697585"/>
                  </a:moveTo>
                  <a:lnTo>
                    <a:pt x="47117" y="697585"/>
                  </a:lnTo>
                  <a:lnTo>
                    <a:pt x="46863" y="697585"/>
                  </a:lnTo>
                  <a:lnTo>
                    <a:pt x="44958" y="701395"/>
                  </a:lnTo>
                  <a:lnTo>
                    <a:pt x="38735" y="715365"/>
                  </a:lnTo>
                  <a:lnTo>
                    <a:pt x="39116" y="714095"/>
                  </a:lnTo>
                  <a:lnTo>
                    <a:pt x="35814" y="720445"/>
                  </a:lnTo>
                  <a:lnTo>
                    <a:pt x="32639" y="725525"/>
                  </a:lnTo>
                  <a:lnTo>
                    <a:pt x="32893" y="725525"/>
                  </a:lnTo>
                  <a:lnTo>
                    <a:pt x="29464" y="730605"/>
                  </a:lnTo>
                  <a:lnTo>
                    <a:pt x="27279" y="733882"/>
                  </a:lnTo>
                  <a:lnTo>
                    <a:pt x="26797" y="734415"/>
                  </a:lnTo>
                  <a:lnTo>
                    <a:pt x="25781" y="735685"/>
                  </a:lnTo>
                  <a:lnTo>
                    <a:pt x="24892" y="735685"/>
                  </a:lnTo>
                  <a:lnTo>
                    <a:pt x="23622" y="736955"/>
                  </a:lnTo>
                  <a:lnTo>
                    <a:pt x="23241" y="736955"/>
                  </a:lnTo>
                  <a:lnTo>
                    <a:pt x="21082" y="738225"/>
                  </a:lnTo>
                  <a:lnTo>
                    <a:pt x="19735" y="739622"/>
                  </a:lnTo>
                  <a:lnTo>
                    <a:pt x="22225" y="738225"/>
                  </a:lnTo>
                  <a:lnTo>
                    <a:pt x="20688" y="739622"/>
                  </a:lnTo>
                  <a:lnTo>
                    <a:pt x="19888" y="739622"/>
                  </a:lnTo>
                  <a:lnTo>
                    <a:pt x="19469" y="739927"/>
                  </a:lnTo>
                  <a:lnTo>
                    <a:pt x="19304" y="740041"/>
                  </a:lnTo>
                  <a:lnTo>
                    <a:pt x="19596" y="739622"/>
                  </a:lnTo>
                  <a:lnTo>
                    <a:pt x="18364" y="739622"/>
                  </a:lnTo>
                  <a:lnTo>
                    <a:pt x="16764" y="740765"/>
                  </a:lnTo>
                  <a:lnTo>
                    <a:pt x="16129" y="740765"/>
                  </a:lnTo>
                  <a:lnTo>
                    <a:pt x="14605" y="742035"/>
                  </a:lnTo>
                  <a:lnTo>
                    <a:pt x="8509" y="742035"/>
                  </a:lnTo>
                  <a:lnTo>
                    <a:pt x="7112" y="743305"/>
                  </a:lnTo>
                  <a:lnTo>
                    <a:pt x="4064" y="743305"/>
                  </a:lnTo>
                  <a:lnTo>
                    <a:pt x="1651" y="745845"/>
                  </a:lnTo>
                  <a:lnTo>
                    <a:pt x="889" y="748385"/>
                  </a:lnTo>
                  <a:lnTo>
                    <a:pt x="0" y="752195"/>
                  </a:lnTo>
                  <a:lnTo>
                    <a:pt x="762" y="754735"/>
                  </a:lnTo>
                  <a:lnTo>
                    <a:pt x="5080" y="759815"/>
                  </a:lnTo>
                  <a:lnTo>
                    <a:pt x="8255" y="761085"/>
                  </a:lnTo>
                  <a:lnTo>
                    <a:pt x="11303" y="759815"/>
                  </a:lnTo>
                  <a:lnTo>
                    <a:pt x="14097" y="759815"/>
                  </a:lnTo>
                  <a:lnTo>
                    <a:pt x="15621" y="758545"/>
                  </a:lnTo>
                  <a:lnTo>
                    <a:pt x="18796" y="758545"/>
                  </a:lnTo>
                  <a:lnTo>
                    <a:pt x="20320" y="757275"/>
                  </a:lnTo>
                  <a:lnTo>
                    <a:pt x="21971" y="757275"/>
                  </a:lnTo>
                  <a:lnTo>
                    <a:pt x="22733" y="757275"/>
                  </a:lnTo>
                  <a:lnTo>
                    <a:pt x="24511" y="756005"/>
                  </a:lnTo>
                  <a:lnTo>
                    <a:pt x="23876" y="756323"/>
                  </a:lnTo>
                  <a:lnTo>
                    <a:pt x="24257" y="756005"/>
                  </a:lnTo>
                  <a:lnTo>
                    <a:pt x="24511" y="756005"/>
                  </a:lnTo>
                  <a:lnTo>
                    <a:pt x="26035" y="756005"/>
                  </a:lnTo>
                  <a:lnTo>
                    <a:pt x="28321" y="754735"/>
                  </a:lnTo>
                  <a:lnTo>
                    <a:pt x="29464" y="753465"/>
                  </a:lnTo>
                  <a:lnTo>
                    <a:pt x="28575" y="754735"/>
                  </a:lnTo>
                  <a:lnTo>
                    <a:pt x="29972" y="753465"/>
                  </a:lnTo>
                  <a:lnTo>
                    <a:pt x="32258" y="752195"/>
                  </a:lnTo>
                  <a:lnTo>
                    <a:pt x="32512" y="752195"/>
                  </a:lnTo>
                  <a:lnTo>
                    <a:pt x="33655" y="750925"/>
                  </a:lnTo>
                  <a:lnTo>
                    <a:pt x="34798" y="749655"/>
                  </a:lnTo>
                  <a:lnTo>
                    <a:pt x="35026" y="749401"/>
                  </a:lnTo>
                  <a:lnTo>
                    <a:pt x="36957" y="748385"/>
                  </a:lnTo>
                  <a:lnTo>
                    <a:pt x="37973" y="747115"/>
                  </a:lnTo>
                  <a:lnTo>
                    <a:pt x="39116" y="745845"/>
                  </a:lnTo>
                  <a:lnTo>
                    <a:pt x="41148" y="743305"/>
                  </a:lnTo>
                  <a:lnTo>
                    <a:pt x="43688" y="740765"/>
                  </a:lnTo>
                  <a:lnTo>
                    <a:pt x="45897" y="736955"/>
                  </a:lnTo>
                  <a:lnTo>
                    <a:pt x="47371" y="734415"/>
                  </a:lnTo>
                  <a:lnTo>
                    <a:pt x="47625" y="734415"/>
                  </a:lnTo>
                  <a:lnTo>
                    <a:pt x="48285" y="733145"/>
                  </a:lnTo>
                  <a:lnTo>
                    <a:pt x="50927" y="728065"/>
                  </a:lnTo>
                  <a:lnTo>
                    <a:pt x="54102" y="722985"/>
                  </a:lnTo>
                  <a:lnTo>
                    <a:pt x="54483" y="721715"/>
                  </a:lnTo>
                  <a:lnTo>
                    <a:pt x="57467" y="715365"/>
                  </a:lnTo>
                  <a:lnTo>
                    <a:pt x="60452" y="709015"/>
                  </a:lnTo>
                  <a:lnTo>
                    <a:pt x="62992" y="703935"/>
                  </a:lnTo>
                  <a:lnTo>
                    <a:pt x="63373" y="702665"/>
                  </a:lnTo>
                  <a:lnTo>
                    <a:pt x="65201" y="697585"/>
                  </a:lnTo>
                  <a:close/>
                </a:path>
                <a:path w="614045" h="946785">
                  <a:moveTo>
                    <a:pt x="322199" y="9245"/>
                  </a:moveTo>
                  <a:lnTo>
                    <a:pt x="321310" y="10515"/>
                  </a:lnTo>
                  <a:lnTo>
                    <a:pt x="321348" y="11988"/>
                  </a:lnTo>
                  <a:lnTo>
                    <a:pt x="321475" y="11785"/>
                  </a:lnTo>
                  <a:lnTo>
                    <a:pt x="321602" y="11404"/>
                  </a:lnTo>
                  <a:lnTo>
                    <a:pt x="321818" y="10515"/>
                  </a:lnTo>
                  <a:lnTo>
                    <a:pt x="322199" y="9245"/>
                  </a:lnTo>
                  <a:close/>
                </a:path>
                <a:path w="614045" h="946785">
                  <a:moveTo>
                    <a:pt x="338455" y="19735"/>
                  </a:moveTo>
                  <a:lnTo>
                    <a:pt x="338213" y="19405"/>
                  </a:lnTo>
                  <a:lnTo>
                    <a:pt x="338074" y="19405"/>
                  </a:lnTo>
                  <a:lnTo>
                    <a:pt x="338455" y="19735"/>
                  </a:lnTo>
                  <a:close/>
                </a:path>
                <a:path w="614045" h="946785">
                  <a:moveTo>
                    <a:pt x="339153" y="20675"/>
                  </a:moveTo>
                  <a:lnTo>
                    <a:pt x="338620" y="19875"/>
                  </a:lnTo>
                  <a:lnTo>
                    <a:pt x="338455" y="19735"/>
                  </a:lnTo>
                  <a:lnTo>
                    <a:pt x="338467" y="19875"/>
                  </a:lnTo>
                  <a:lnTo>
                    <a:pt x="338963" y="20675"/>
                  </a:lnTo>
                  <a:lnTo>
                    <a:pt x="339153" y="20675"/>
                  </a:lnTo>
                  <a:close/>
                </a:path>
                <a:path w="614045" h="946785">
                  <a:moveTo>
                    <a:pt x="357390" y="20840"/>
                  </a:moveTo>
                  <a:lnTo>
                    <a:pt x="357327" y="20675"/>
                  </a:lnTo>
                  <a:lnTo>
                    <a:pt x="339598" y="20675"/>
                  </a:lnTo>
                  <a:lnTo>
                    <a:pt x="339217" y="20675"/>
                  </a:lnTo>
                  <a:lnTo>
                    <a:pt x="339255" y="20840"/>
                  </a:lnTo>
                  <a:lnTo>
                    <a:pt x="339420" y="21107"/>
                  </a:lnTo>
                  <a:lnTo>
                    <a:pt x="339293" y="20840"/>
                  </a:lnTo>
                  <a:lnTo>
                    <a:pt x="357390" y="20840"/>
                  </a:lnTo>
                  <a:close/>
                </a:path>
                <a:path w="614045" h="946785">
                  <a:moveTo>
                    <a:pt x="613537" y="942695"/>
                  </a:moveTo>
                  <a:lnTo>
                    <a:pt x="613029" y="938885"/>
                  </a:lnTo>
                  <a:lnTo>
                    <a:pt x="607949" y="912215"/>
                  </a:lnTo>
                  <a:lnTo>
                    <a:pt x="581660" y="815695"/>
                  </a:lnTo>
                  <a:lnTo>
                    <a:pt x="381088" y="96875"/>
                  </a:lnTo>
                  <a:lnTo>
                    <a:pt x="380746" y="95605"/>
                  </a:lnTo>
                  <a:lnTo>
                    <a:pt x="380746" y="96875"/>
                  </a:lnTo>
                  <a:lnTo>
                    <a:pt x="378206" y="86715"/>
                  </a:lnTo>
                  <a:lnTo>
                    <a:pt x="364871" y="40995"/>
                  </a:lnTo>
                  <a:lnTo>
                    <a:pt x="364617" y="39725"/>
                  </a:lnTo>
                  <a:lnTo>
                    <a:pt x="357809" y="21945"/>
                  </a:lnTo>
                  <a:lnTo>
                    <a:pt x="339979" y="21945"/>
                  </a:lnTo>
                  <a:lnTo>
                    <a:pt x="339852" y="21945"/>
                  </a:lnTo>
                  <a:lnTo>
                    <a:pt x="339534" y="21945"/>
                  </a:lnTo>
                  <a:lnTo>
                    <a:pt x="339852" y="23215"/>
                  </a:lnTo>
                  <a:lnTo>
                    <a:pt x="348488" y="46075"/>
                  </a:lnTo>
                  <a:lnTo>
                    <a:pt x="348234" y="46075"/>
                  </a:lnTo>
                  <a:lnTo>
                    <a:pt x="361569" y="91795"/>
                  </a:lnTo>
                  <a:lnTo>
                    <a:pt x="364109" y="100685"/>
                  </a:lnTo>
                  <a:lnTo>
                    <a:pt x="439000" y="367830"/>
                  </a:lnTo>
                  <a:lnTo>
                    <a:pt x="410337" y="373354"/>
                  </a:lnTo>
                  <a:lnTo>
                    <a:pt x="409829" y="373354"/>
                  </a:lnTo>
                  <a:lnTo>
                    <a:pt x="364591" y="384975"/>
                  </a:lnTo>
                  <a:lnTo>
                    <a:pt x="364363" y="385025"/>
                  </a:lnTo>
                  <a:lnTo>
                    <a:pt x="261493" y="407898"/>
                  </a:lnTo>
                  <a:lnTo>
                    <a:pt x="261366" y="407898"/>
                  </a:lnTo>
                  <a:lnTo>
                    <a:pt x="169862" y="428815"/>
                  </a:lnTo>
                  <a:lnTo>
                    <a:pt x="169659" y="428815"/>
                  </a:lnTo>
                  <a:lnTo>
                    <a:pt x="162331" y="429983"/>
                  </a:lnTo>
                  <a:lnTo>
                    <a:pt x="287909" y="112115"/>
                  </a:lnTo>
                  <a:lnTo>
                    <a:pt x="289763" y="107035"/>
                  </a:lnTo>
                  <a:lnTo>
                    <a:pt x="293497" y="96875"/>
                  </a:lnTo>
                  <a:lnTo>
                    <a:pt x="293243" y="98145"/>
                  </a:lnTo>
                  <a:lnTo>
                    <a:pt x="293763" y="96875"/>
                  </a:lnTo>
                  <a:lnTo>
                    <a:pt x="299593" y="82905"/>
                  </a:lnTo>
                  <a:lnTo>
                    <a:pt x="306451" y="68935"/>
                  </a:lnTo>
                  <a:lnTo>
                    <a:pt x="306197" y="68935"/>
                  </a:lnTo>
                  <a:lnTo>
                    <a:pt x="313817" y="54965"/>
                  </a:lnTo>
                  <a:lnTo>
                    <a:pt x="313436" y="56235"/>
                  </a:lnTo>
                  <a:lnTo>
                    <a:pt x="314236" y="54965"/>
                  </a:lnTo>
                  <a:lnTo>
                    <a:pt x="336804" y="19405"/>
                  </a:lnTo>
                  <a:lnTo>
                    <a:pt x="337083" y="18249"/>
                  </a:lnTo>
                  <a:lnTo>
                    <a:pt x="337362" y="18249"/>
                  </a:lnTo>
                  <a:lnTo>
                    <a:pt x="337502" y="18249"/>
                  </a:lnTo>
                  <a:lnTo>
                    <a:pt x="338531" y="19735"/>
                  </a:lnTo>
                  <a:lnTo>
                    <a:pt x="338620" y="19875"/>
                  </a:lnTo>
                  <a:lnTo>
                    <a:pt x="357022" y="19875"/>
                  </a:lnTo>
                  <a:lnTo>
                    <a:pt x="356958" y="19735"/>
                  </a:lnTo>
                  <a:lnTo>
                    <a:pt x="356844" y="19405"/>
                  </a:lnTo>
                  <a:lnTo>
                    <a:pt x="356387" y="18249"/>
                  </a:lnTo>
                  <a:lnTo>
                    <a:pt x="355752" y="16129"/>
                  </a:lnTo>
                  <a:lnTo>
                    <a:pt x="355663" y="15595"/>
                  </a:lnTo>
                  <a:lnTo>
                    <a:pt x="355346" y="14325"/>
                  </a:lnTo>
                  <a:lnTo>
                    <a:pt x="355130" y="13639"/>
                  </a:lnTo>
                  <a:lnTo>
                    <a:pt x="355066" y="13436"/>
                  </a:lnTo>
                  <a:lnTo>
                    <a:pt x="354977" y="13119"/>
                  </a:lnTo>
                  <a:lnTo>
                    <a:pt x="354482" y="13119"/>
                  </a:lnTo>
                  <a:lnTo>
                    <a:pt x="353809" y="11988"/>
                  </a:lnTo>
                  <a:lnTo>
                    <a:pt x="353923" y="12344"/>
                  </a:lnTo>
                  <a:lnTo>
                    <a:pt x="353771" y="11988"/>
                  </a:lnTo>
                  <a:lnTo>
                    <a:pt x="353695" y="11785"/>
                  </a:lnTo>
                  <a:lnTo>
                    <a:pt x="353568" y="11785"/>
                  </a:lnTo>
                  <a:lnTo>
                    <a:pt x="353314" y="11404"/>
                  </a:lnTo>
                  <a:lnTo>
                    <a:pt x="353314" y="11785"/>
                  </a:lnTo>
                  <a:lnTo>
                    <a:pt x="353085" y="11404"/>
                  </a:lnTo>
                  <a:lnTo>
                    <a:pt x="353314" y="11404"/>
                  </a:lnTo>
                  <a:lnTo>
                    <a:pt x="352933" y="10515"/>
                  </a:lnTo>
                  <a:lnTo>
                    <a:pt x="350774" y="6705"/>
                  </a:lnTo>
                  <a:lnTo>
                    <a:pt x="351155" y="7975"/>
                  </a:lnTo>
                  <a:lnTo>
                    <a:pt x="351917" y="9245"/>
                  </a:lnTo>
                  <a:lnTo>
                    <a:pt x="352590" y="10515"/>
                  </a:lnTo>
                  <a:lnTo>
                    <a:pt x="351155" y="7975"/>
                  </a:lnTo>
                  <a:lnTo>
                    <a:pt x="350939" y="7696"/>
                  </a:lnTo>
                  <a:lnTo>
                    <a:pt x="350647" y="6705"/>
                  </a:lnTo>
                  <a:lnTo>
                    <a:pt x="349377" y="5435"/>
                  </a:lnTo>
                  <a:lnTo>
                    <a:pt x="350774" y="6705"/>
                  </a:lnTo>
                  <a:lnTo>
                    <a:pt x="349758" y="5435"/>
                  </a:lnTo>
                  <a:lnTo>
                    <a:pt x="348500" y="4191"/>
                  </a:lnTo>
                  <a:lnTo>
                    <a:pt x="348068" y="3962"/>
                  </a:lnTo>
                  <a:lnTo>
                    <a:pt x="346710" y="2895"/>
                  </a:lnTo>
                  <a:lnTo>
                    <a:pt x="346202" y="2895"/>
                  </a:lnTo>
                  <a:lnTo>
                    <a:pt x="345249" y="1727"/>
                  </a:lnTo>
                  <a:lnTo>
                    <a:pt x="343585" y="1727"/>
                  </a:lnTo>
                  <a:lnTo>
                    <a:pt x="342823" y="457"/>
                  </a:lnTo>
                  <a:lnTo>
                    <a:pt x="341757" y="457"/>
                  </a:lnTo>
                  <a:lnTo>
                    <a:pt x="341757" y="15595"/>
                  </a:lnTo>
                  <a:lnTo>
                    <a:pt x="341337" y="15875"/>
                  </a:lnTo>
                  <a:lnTo>
                    <a:pt x="341045" y="16129"/>
                  </a:lnTo>
                  <a:lnTo>
                    <a:pt x="338810" y="16891"/>
                  </a:lnTo>
                  <a:lnTo>
                    <a:pt x="338188" y="17094"/>
                  </a:lnTo>
                  <a:lnTo>
                    <a:pt x="338823" y="16827"/>
                  </a:lnTo>
                  <a:lnTo>
                    <a:pt x="340474" y="16129"/>
                  </a:lnTo>
                  <a:lnTo>
                    <a:pt x="341757" y="15595"/>
                  </a:lnTo>
                  <a:lnTo>
                    <a:pt x="341757" y="457"/>
                  </a:lnTo>
                  <a:lnTo>
                    <a:pt x="340093" y="457"/>
                  </a:lnTo>
                  <a:lnTo>
                    <a:pt x="340093" y="15608"/>
                  </a:lnTo>
                  <a:lnTo>
                    <a:pt x="339420" y="15875"/>
                  </a:lnTo>
                  <a:lnTo>
                    <a:pt x="338899" y="16065"/>
                  </a:lnTo>
                  <a:lnTo>
                    <a:pt x="339344" y="15595"/>
                  </a:lnTo>
                  <a:lnTo>
                    <a:pt x="339598" y="15595"/>
                  </a:lnTo>
                  <a:lnTo>
                    <a:pt x="339979" y="15595"/>
                  </a:lnTo>
                  <a:lnTo>
                    <a:pt x="339305" y="15875"/>
                  </a:lnTo>
                  <a:lnTo>
                    <a:pt x="340093" y="15608"/>
                  </a:lnTo>
                  <a:lnTo>
                    <a:pt x="340093" y="457"/>
                  </a:lnTo>
                  <a:lnTo>
                    <a:pt x="338696" y="457"/>
                  </a:lnTo>
                  <a:lnTo>
                    <a:pt x="338696" y="16129"/>
                  </a:lnTo>
                  <a:lnTo>
                    <a:pt x="338328" y="16281"/>
                  </a:lnTo>
                  <a:lnTo>
                    <a:pt x="337997" y="16421"/>
                  </a:lnTo>
                  <a:lnTo>
                    <a:pt x="338023" y="16141"/>
                  </a:lnTo>
                  <a:lnTo>
                    <a:pt x="337629" y="16294"/>
                  </a:lnTo>
                  <a:lnTo>
                    <a:pt x="337616" y="16129"/>
                  </a:lnTo>
                  <a:lnTo>
                    <a:pt x="337807" y="15506"/>
                  </a:lnTo>
                  <a:lnTo>
                    <a:pt x="337985" y="14732"/>
                  </a:lnTo>
                  <a:lnTo>
                    <a:pt x="337566" y="15595"/>
                  </a:lnTo>
                  <a:lnTo>
                    <a:pt x="337451" y="15875"/>
                  </a:lnTo>
                  <a:lnTo>
                    <a:pt x="337350" y="16129"/>
                  </a:lnTo>
                  <a:lnTo>
                    <a:pt x="337210" y="16471"/>
                  </a:lnTo>
                  <a:lnTo>
                    <a:pt x="336969" y="16573"/>
                  </a:lnTo>
                  <a:lnTo>
                    <a:pt x="336715" y="16129"/>
                  </a:lnTo>
                  <a:lnTo>
                    <a:pt x="336575" y="15875"/>
                  </a:lnTo>
                  <a:lnTo>
                    <a:pt x="336575" y="16129"/>
                  </a:lnTo>
                  <a:lnTo>
                    <a:pt x="336499" y="15875"/>
                  </a:lnTo>
                  <a:lnTo>
                    <a:pt x="336423" y="15595"/>
                  </a:lnTo>
                  <a:lnTo>
                    <a:pt x="337566" y="15595"/>
                  </a:lnTo>
                  <a:lnTo>
                    <a:pt x="338074" y="14325"/>
                  </a:lnTo>
                  <a:lnTo>
                    <a:pt x="338556" y="13119"/>
                  </a:lnTo>
                  <a:lnTo>
                    <a:pt x="338480" y="13639"/>
                  </a:lnTo>
                  <a:lnTo>
                    <a:pt x="338442" y="13817"/>
                  </a:lnTo>
                  <a:lnTo>
                    <a:pt x="338353" y="14325"/>
                  </a:lnTo>
                  <a:lnTo>
                    <a:pt x="338137" y="15595"/>
                  </a:lnTo>
                  <a:lnTo>
                    <a:pt x="338035" y="16129"/>
                  </a:lnTo>
                  <a:lnTo>
                    <a:pt x="338378" y="16129"/>
                  </a:lnTo>
                  <a:lnTo>
                    <a:pt x="338696" y="16129"/>
                  </a:lnTo>
                  <a:lnTo>
                    <a:pt x="338696" y="457"/>
                  </a:lnTo>
                  <a:lnTo>
                    <a:pt x="336575" y="457"/>
                  </a:lnTo>
                  <a:lnTo>
                    <a:pt x="335724" y="457"/>
                  </a:lnTo>
                  <a:lnTo>
                    <a:pt x="335724" y="15875"/>
                  </a:lnTo>
                  <a:lnTo>
                    <a:pt x="335280" y="15595"/>
                  </a:lnTo>
                  <a:lnTo>
                    <a:pt x="335534" y="15595"/>
                  </a:lnTo>
                  <a:lnTo>
                    <a:pt x="335724" y="15875"/>
                  </a:lnTo>
                  <a:lnTo>
                    <a:pt x="335724" y="457"/>
                  </a:lnTo>
                  <a:lnTo>
                    <a:pt x="335051" y="457"/>
                  </a:lnTo>
                  <a:lnTo>
                    <a:pt x="336143" y="0"/>
                  </a:lnTo>
                  <a:lnTo>
                    <a:pt x="334695" y="457"/>
                  </a:lnTo>
                  <a:lnTo>
                    <a:pt x="333971" y="457"/>
                  </a:lnTo>
                  <a:lnTo>
                    <a:pt x="333209" y="457"/>
                  </a:lnTo>
                  <a:lnTo>
                    <a:pt x="332549" y="457"/>
                  </a:lnTo>
                  <a:lnTo>
                    <a:pt x="332130" y="457"/>
                  </a:lnTo>
                  <a:lnTo>
                    <a:pt x="332130" y="1092"/>
                  </a:lnTo>
                  <a:lnTo>
                    <a:pt x="331139" y="1689"/>
                  </a:lnTo>
                  <a:lnTo>
                    <a:pt x="331139" y="2616"/>
                  </a:lnTo>
                  <a:lnTo>
                    <a:pt x="331050" y="2755"/>
                  </a:lnTo>
                  <a:lnTo>
                    <a:pt x="330962" y="2895"/>
                  </a:lnTo>
                  <a:lnTo>
                    <a:pt x="330708" y="2895"/>
                  </a:lnTo>
                  <a:lnTo>
                    <a:pt x="331050" y="2755"/>
                  </a:lnTo>
                  <a:lnTo>
                    <a:pt x="327393" y="4178"/>
                  </a:lnTo>
                  <a:lnTo>
                    <a:pt x="330454" y="2895"/>
                  </a:lnTo>
                  <a:lnTo>
                    <a:pt x="331139" y="2616"/>
                  </a:lnTo>
                  <a:lnTo>
                    <a:pt x="331139" y="1689"/>
                  </a:lnTo>
                  <a:lnTo>
                    <a:pt x="330669" y="1727"/>
                  </a:lnTo>
                  <a:lnTo>
                    <a:pt x="330034" y="1727"/>
                  </a:lnTo>
                  <a:lnTo>
                    <a:pt x="332003" y="1092"/>
                  </a:lnTo>
                  <a:lnTo>
                    <a:pt x="332130" y="1092"/>
                  </a:lnTo>
                  <a:lnTo>
                    <a:pt x="332130" y="457"/>
                  </a:lnTo>
                  <a:lnTo>
                    <a:pt x="331431" y="457"/>
                  </a:lnTo>
                  <a:lnTo>
                    <a:pt x="329920" y="1346"/>
                  </a:lnTo>
                  <a:lnTo>
                    <a:pt x="329806" y="2641"/>
                  </a:lnTo>
                  <a:lnTo>
                    <a:pt x="329184" y="2895"/>
                  </a:lnTo>
                  <a:lnTo>
                    <a:pt x="329412" y="2755"/>
                  </a:lnTo>
                  <a:lnTo>
                    <a:pt x="329806" y="2641"/>
                  </a:lnTo>
                  <a:lnTo>
                    <a:pt x="329806" y="1435"/>
                  </a:lnTo>
                  <a:lnTo>
                    <a:pt x="329361" y="1727"/>
                  </a:lnTo>
                  <a:lnTo>
                    <a:pt x="327469" y="4076"/>
                  </a:lnTo>
                  <a:lnTo>
                    <a:pt x="322199" y="9245"/>
                  </a:lnTo>
                  <a:lnTo>
                    <a:pt x="321919" y="10515"/>
                  </a:lnTo>
                  <a:lnTo>
                    <a:pt x="321602" y="11404"/>
                  </a:lnTo>
                  <a:lnTo>
                    <a:pt x="321513" y="11785"/>
                  </a:lnTo>
                  <a:lnTo>
                    <a:pt x="321310" y="12700"/>
                  </a:lnTo>
                  <a:lnTo>
                    <a:pt x="321462" y="12700"/>
                  </a:lnTo>
                  <a:lnTo>
                    <a:pt x="321373" y="13119"/>
                  </a:lnTo>
                  <a:lnTo>
                    <a:pt x="320929" y="14325"/>
                  </a:lnTo>
                  <a:lnTo>
                    <a:pt x="321081" y="13639"/>
                  </a:lnTo>
                  <a:lnTo>
                    <a:pt x="321132" y="13436"/>
                  </a:lnTo>
                  <a:lnTo>
                    <a:pt x="321373" y="13119"/>
                  </a:lnTo>
                  <a:lnTo>
                    <a:pt x="321310" y="12700"/>
                  </a:lnTo>
                  <a:lnTo>
                    <a:pt x="321348" y="11988"/>
                  </a:lnTo>
                  <a:lnTo>
                    <a:pt x="298831" y="46075"/>
                  </a:lnTo>
                  <a:lnTo>
                    <a:pt x="298577" y="47345"/>
                  </a:lnTo>
                  <a:lnTo>
                    <a:pt x="290830" y="61315"/>
                  </a:lnTo>
                  <a:lnTo>
                    <a:pt x="283972" y="75285"/>
                  </a:lnTo>
                  <a:lnTo>
                    <a:pt x="283845" y="76555"/>
                  </a:lnTo>
                  <a:lnTo>
                    <a:pt x="277368" y="90525"/>
                  </a:lnTo>
                  <a:lnTo>
                    <a:pt x="277114" y="91795"/>
                  </a:lnTo>
                  <a:lnTo>
                    <a:pt x="271780" y="107035"/>
                  </a:lnTo>
                  <a:lnTo>
                    <a:pt x="271907" y="105765"/>
                  </a:lnTo>
                  <a:lnTo>
                    <a:pt x="142354" y="433171"/>
                  </a:lnTo>
                  <a:lnTo>
                    <a:pt x="140716" y="433425"/>
                  </a:lnTo>
                  <a:lnTo>
                    <a:pt x="140335" y="433425"/>
                  </a:lnTo>
                  <a:lnTo>
                    <a:pt x="124079" y="436727"/>
                  </a:lnTo>
                  <a:lnTo>
                    <a:pt x="122174" y="437362"/>
                  </a:lnTo>
                  <a:lnTo>
                    <a:pt x="114427" y="440918"/>
                  </a:lnTo>
                  <a:lnTo>
                    <a:pt x="112522" y="443966"/>
                  </a:lnTo>
                  <a:lnTo>
                    <a:pt x="112636" y="453618"/>
                  </a:lnTo>
                  <a:lnTo>
                    <a:pt x="116332" y="457428"/>
                  </a:lnTo>
                  <a:lnTo>
                    <a:pt x="125857" y="457428"/>
                  </a:lnTo>
                  <a:lnTo>
                    <a:pt x="128143" y="455142"/>
                  </a:lnTo>
                  <a:lnTo>
                    <a:pt x="129667" y="453618"/>
                  </a:lnTo>
                  <a:lnTo>
                    <a:pt x="129794" y="453618"/>
                  </a:lnTo>
                  <a:lnTo>
                    <a:pt x="129794" y="453174"/>
                  </a:lnTo>
                  <a:lnTo>
                    <a:pt x="128409" y="453453"/>
                  </a:lnTo>
                  <a:lnTo>
                    <a:pt x="129743" y="453174"/>
                  </a:lnTo>
                  <a:lnTo>
                    <a:pt x="129794" y="452983"/>
                  </a:lnTo>
                  <a:lnTo>
                    <a:pt x="129794" y="453174"/>
                  </a:lnTo>
                  <a:lnTo>
                    <a:pt x="134823" y="452196"/>
                  </a:lnTo>
                  <a:lnTo>
                    <a:pt x="120142" y="489305"/>
                  </a:lnTo>
                  <a:lnTo>
                    <a:pt x="92456" y="571855"/>
                  </a:lnTo>
                  <a:lnTo>
                    <a:pt x="47561" y="696341"/>
                  </a:lnTo>
                  <a:lnTo>
                    <a:pt x="65646" y="696341"/>
                  </a:lnTo>
                  <a:lnTo>
                    <a:pt x="108712" y="576935"/>
                  </a:lnTo>
                  <a:lnTo>
                    <a:pt x="136525" y="494385"/>
                  </a:lnTo>
                  <a:lnTo>
                    <a:pt x="136398" y="495655"/>
                  </a:lnTo>
                  <a:lnTo>
                    <a:pt x="136893" y="494385"/>
                  </a:lnTo>
                  <a:lnTo>
                    <a:pt x="154978" y="448602"/>
                  </a:lnTo>
                  <a:lnTo>
                    <a:pt x="163283" y="447268"/>
                  </a:lnTo>
                  <a:lnTo>
                    <a:pt x="172847" y="445744"/>
                  </a:lnTo>
                  <a:lnTo>
                    <a:pt x="173482" y="445744"/>
                  </a:lnTo>
                  <a:lnTo>
                    <a:pt x="370332" y="401421"/>
                  </a:lnTo>
                  <a:lnTo>
                    <a:pt x="370586" y="401421"/>
                  </a:lnTo>
                  <a:lnTo>
                    <a:pt x="414147" y="390245"/>
                  </a:lnTo>
                  <a:lnTo>
                    <a:pt x="414782" y="389991"/>
                  </a:lnTo>
                  <a:lnTo>
                    <a:pt x="430428" y="384594"/>
                  </a:lnTo>
                  <a:lnTo>
                    <a:pt x="442531" y="380415"/>
                  </a:lnTo>
                  <a:lnTo>
                    <a:pt x="592709" y="916025"/>
                  </a:lnTo>
                  <a:lnTo>
                    <a:pt x="600710" y="942695"/>
                  </a:lnTo>
                  <a:lnTo>
                    <a:pt x="601726" y="945235"/>
                  </a:lnTo>
                  <a:lnTo>
                    <a:pt x="605028" y="946505"/>
                  </a:lnTo>
                  <a:lnTo>
                    <a:pt x="608330" y="946505"/>
                  </a:lnTo>
                  <a:lnTo>
                    <a:pt x="611505" y="945235"/>
                  </a:lnTo>
                  <a:lnTo>
                    <a:pt x="613537" y="942695"/>
                  </a:lnTo>
                  <a:close/>
                </a:path>
              </a:pathLst>
            </a:custGeom>
            <a:solidFill>
              <a:srgbClr val="E712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Bayesian</a:t>
            </a:r>
            <a:r>
              <a:rPr spc="-120" dirty="0"/>
              <a:t> </a:t>
            </a:r>
            <a:r>
              <a:rPr dirty="0"/>
              <a:t>Classifier</a:t>
            </a:r>
            <a:r>
              <a:rPr spc="-100" dirty="0"/>
              <a:t> </a:t>
            </a:r>
            <a:r>
              <a:rPr spc="-10" dirty="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0980" y="1717928"/>
            <a:ext cx="6892925" cy="2028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Example</a:t>
            </a:r>
            <a:r>
              <a:rPr sz="1800" b="1" spc="-80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01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050"/>
              </a:lnSpc>
              <a:spcBef>
                <a:spcPts val="1725"/>
              </a:spcBef>
            </a:pPr>
            <a:r>
              <a:rPr sz="1800" spc="-10" dirty="0">
                <a:latin typeface="Tahoma"/>
                <a:cs typeface="Tahoma"/>
              </a:rPr>
              <a:t>Given:</a:t>
            </a: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ts val="1945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A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doctor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knows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that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meningitis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causes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stiff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neck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50%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20" dirty="0">
                <a:latin typeface="Tahoma"/>
                <a:cs typeface="Tahoma"/>
              </a:rPr>
              <a:t> time</a:t>
            </a: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ts val="1945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Prior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probability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any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patient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having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meningitis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1/50000</a:t>
            </a: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ts val="205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Prior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probability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any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patient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having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stiff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neck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1/20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sz="1800" dirty="0">
                <a:solidFill>
                  <a:srgbClr val="2E5496"/>
                </a:solidFill>
                <a:latin typeface="Tahoma"/>
                <a:cs typeface="Tahoma"/>
              </a:rPr>
              <a:t>Question:</a:t>
            </a:r>
            <a:r>
              <a:rPr sz="1800" spc="-40" dirty="0">
                <a:solidFill>
                  <a:srgbClr val="2E5496"/>
                </a:solidFill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If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patient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has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stiff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neck,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does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he/she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has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meningitis?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Bayesian</a:t>
            </a:r>
            <a:r>
              <a:rPr spc="-120" dirty="0"/>
              <a:t> </a:t>
            </a:r>
            <a:r>
              <a:rPr dirty="0"/>
              <a:t>Classifier</a:t>
            </a:r>
            <a:r>
              <a:rPr spc="-100" dirty="0"/>
              <a:t> </a:t>
            </a:r>
            <a:r>
              <a:rPr spc="-10" dirty="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0980" y="1717928"/>
            <a:ext cx="5406390" cy="1287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Example</a:t>
            </a:r>
            <a:r>
              <a:rPr sz="1800" b="1" spc="-80" dirty="0">
                <a:latin typeface="Tahoma"/>
                <a:cs typeface="Tahoma"/>
              </a:rPr>
              <a:t> </a:t>
            </a:r>
            <a:endParaRPr sz="1800" dirty="0">
              <a:latin typeface="Tahoma"/>
              <a:cs typeface="Tahoma"/>
            </a:endParaRPr>
          </a:p>
          <a:p>
            <a:pPr marL="299085" indent="-286385">
              <a:lnSpc>
                <a:spcPts val="2050"/>
              </a:lnSpc>
              <a:spcBef>
                <a:spcPts val="172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A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married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person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with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income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120k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did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not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refund</a:t>
            </a:r>
            <a:endParaRPr sz="1800" dirty="0">
              <a:latin typeface="Tahoma"/>
              <a:cs typeface="Tahoma"/>
            </a:endParaRPr>
          </a:p>
          <a:p>
            <a:pPr marL="299085">
              <a:lnSpc>
                <a:spcPts val="1945"/>
              </a:lnSpc>
            </a:pPr>
            <a:r>
              <a:rPr sz="1800" dirty="0">
                <a:latin typeface="Tahoma"/>
                <a:cs typeface="Tahoma"/>
              </a:rPr>
              <a:t>the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loa</a:t>
            </a:r>
            <a:r>
              <a:rPr lang="en-US" sz="1800" dirty="0">
                <a:latin typeface="Tahoma"/>
                <a:cs typeface="Tahoma"/>
              </a:rPr>
              <a:t>n</a:t>
            </a:r>
            <a:r>
              <a:rPr sz="1800" spc="-10" dirty="0">
                <a:latin typeface="Tahoma"/>
                <a:cs typeface="Tahoma"/>
              </a:rPr>
              <a:t> previously</a:t>
            </a:r>
            <a:endParaRPr sz="1800" dirty="0">
              <a:latin typeface="Tahoma"/>
              <a:cs typeface="Tahoma"/>
            </a:endParaRPr>
          </a:p>
          <a:p>
            <a:pPr marL="299085" indent="-286385">
              <a:lnSpc>
                <a:spcPts val="2055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Can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we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trust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him?</a:t>
            </a:r>
            <a:endParaRPr sz="18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3176" y="1897379"/>
            <a:ext cx="4134612" cy="42443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Bayesian</a:t>
            </a:r>
            <a:r>
              <a:rPr spc="-120" dirty="0"/>
              <a:t> </a:t>
            </a:r>
            <a:r>
              <a:rPr dirty="0"/>
              <a:t>Classifier</a:t>
            </a:r>
            <a:r>
              <a:rPr spc="-100" dirty="0"/>
              <a:t> </a:t>
            </a:r>
            <a:r>
              <a:rPr spc="-10" dirty="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0980" y="1717928"/>
            <a:ext cx="5654675" cy="1287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Example</a:t>
            </a:r>
            <a:r>
              <a:rPr sz="1800" b="1" spc="-80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03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050"/>
              </a:lnSpc>
              <a:spcBef>
                <a:spcPts val="1725"/>
              </a:spcBef>
            </a:pPr>
            <a:r>
              <a:rPr sz="1800" dirty="0">
                <a:latin typeface="Tahoma"/>
                <a:cs typeface="Tahoma"/>
              </a:rPr>
              <a:t>The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sea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bass/salmon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example</a:t>
            </a: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ts val="1945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We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now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previous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counts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salmon/sea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bass</a:t>
            </a: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ts val="2055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Can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predict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which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fish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coming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conveyor?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Bayesian</a:t>
            </a:r>
            <a:r>
              <a:rPr spc="-150" dirty="0"/>
              <a:t> </a:t>
            </a:r>
            <a:r>
              <a:rPr spc="-10" dirty="0"/>
              <a:t>Classifier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4320" y="1745360"/>
            <a:ext cx="10036175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7975" marR="5080" indent="-29591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07975" algn="l"/>
              </a:tabLst>
            </a:pPr>
            <a:r>
              <a:rPr sz="1800" dirty="0">
                <a:latin typeface="Tahoma"/>
                <a:cs typeface="Tahoma"/>
              </a:rPr>
              <a:t>In</a:t>
            </a:r>
            <a:r>
              <a:rPr sz="1800" spc="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many</a:t>
            </a:r>
            <a:r>
              <a:rPr sz="1800" spc="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applications,</a:t>
            </a:r>
            <a:r>
              <a:rPr sz="1800" spc="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relationship</a:t>
            </a:r>
            <a:r>
              <a:rPr sz="1800" spc="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between</a:t>
            </a:r>
            <a:r>
              <a:rPr sz="1800" spc="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attributes</a:t>
            </a:r>
            <a:r>
              <a:rPr sz="1800" spc="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set</a:t>
            </a:r>
            <a:r>
              <a:rPr sz="1800" spc="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and</a:t>
            </a:r>
            <a:r>
              <a:rPr sz="1800" spc="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class</a:t>
            </a:r>
            <a:r>
              <a:rPr sz="1800" spc="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variable</a:t>
            </a:r>
            <a:r>
              <a:rPr sz="1800" spc="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50" dirty="0"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0A5ED6"/>
                </a:solidFill>
                <a:latin typeface="Tahoma"/>
                <a:cs typeface="Tahoma"/>
              </a:rPr>
              <a:t>non- </a:t>
            </a:r>
            <a:r>
              <a:rPr sz="1800" spc="-10" dirty="0">
                <a:solidFill>
                  <a:srgbClr val="0A5ED6"/>
                </a:solidFill>
                <a:latin typeface="Tahoma"/>
                <a:cs typeface="Tahoma"/>
              </a:rPr>
              <a:t>deterministic</a:t>
            </a:r>
            <a:r>
              <a:rPr sz="1800" spc="-10" dirty="0">
                <a:latin typeface="Tahoma"/>
                <a:cs typeface="Tahoma"/>
              </a:rPr>
              <a:t>.</a:t>
            </a:r>
            <a:endParaRPr sz="1800">
              <a:latin typeface="Tahoma"/>
              <a:cs typeface="Tahoma"/>
            </a:endParaRPr>
          </a:p>
          <a:p>
            <a:pPr marL="673735" lvl="1" indent="-295910">
              <a:lnSpc>
                <a:spcPct val="100000"/>
              </a:lnSpc>
              <a:buFont typeface="Arial MT"/>
              <a:buChar char="•"/>
              <a:tabLst>
                <a:tab pos="673735" algn="l"/>
              </a:tabLst>
            </a:pPr>
            <a:r>
              <a:rPr sz="1800" dirty="0">
                <a:latin typeface="Tahoma"/>
                <a:cs typeface="Tahoma"/>
              </a:rPr>
              <a:t>In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other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words,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test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cannot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classified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class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label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with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certainty.</a:t>
            </a:r>
            <a:endParaRPr sz="1800">
              <a:latin typeface="Tahoma"/>
              <a:cs typeface="Tahoma"/>
            </a:endParaRPr>
          </a:p>
          <a:p>
            <a:pPr marL="673735" lvl="1" indent="-295910">
              <a:lnSpc>
                <a:spcPct val="100000"/>
              </a:lnSpc>
              <a:buFont typeface="Arial MT"/>
              <a:buChar char="•"/>
              <a:tabLst>
                <a:tab pos="673735" algn="l"/>
              </a:tabLst>
            </a:pPr>
            <a:r>
              <a:rPr sz="1800" dirty="0">
                <a:latin typeface="Tahoma"/>
                <a:cs typeface="Tahoma"/>
              </a:rPr>
              <a:t>In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such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situation,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classification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can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achieved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0A5ED6"/>
                </a:solidFill>
                <a:latin typeface="Tahoma"/>
                <a:cs typeface="Tahoma"/>
              </a:rPr>
              <a:t>probabilistically</a:t>
            </a:r>
            <a:r>
              <a:rPr sz="1800" spc="-10" dirty="0">
                <a:latin typeface="Tahoma"/>
                <a:cs typeface="Tahoma"/>
              </a:rPr>
              <a:t>.</a:t>
            </a:r>
            <a:endParaRPr sz="1800">
              <a:latin typeface="Tahoma"/>
              <a:cs typeface="Tahoma"/>
            </a:endParaRPr>
          </a:p>
          <a:p>
            <a:pPr marL="307975" marR="5080" indent="-29591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307975" algn="l"/>
              </a:tabLst>
            </a:pPr>
            <a:r>
              <a:rPr sz="1800" dirty="0">
                <a:latin typeface="Tahoma"/>
                <a:cs typeface="Tahoma"/>
              </a:rPr>
              <a:t>The</a:t>
            </a:r>
            <a:r>
              <a:rPr sz="1800" spc="3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Bayesian</a:t>
            </a:r>
            <a:r>
              <a:rPr sz="1800" spc="3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classifier</a:t>
            </a:r>
            <a:r>
              <a:rPr sz="1800" spc="3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3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</a:t>
            </a:r>
            <a:r>
              <a:rPr sz="1800" spc="3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approach</a:t>
            </a:r>
            <a:r>
              <a:rPr sz="1800" spc="3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for</a:t>
            </a:r>
            <a:r>
              <a:rPr sz="1800" spc="335" dirty="0"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modelling</a:t>
            </a:r>
            <a:r>
              <a:rPr sz="1800" spc="345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probabilistic</a:t>
            </a:r>
            <a:r>
              <a:rPr sz="1800" spc="350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relationships</a:t>
            </a:r>
            <a:r>
              <a:rPr sz="1800" spc="345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between</a:t>
            </a:r>
            <a:r>
              <a:rPr sz="1800" spc="33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the </a:t>
            </a:r>
            <a:r>
              <a:rPr sz="1800" dirty="0">
                <a:latin typeface="Tahoma"/>
                <a:cs typeface="Tahoma"/>
              </a:rPr>
              <a:t>attribute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set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and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class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variable.</a:t>
            </a:r>
            <a:endParaRPr sz="1800">
              <a:latin typeface="Tahoma"/>
              <a:cs typeface="Tahoma"/>
            </a:endParaRPr>
          </a:p>
          <a:p>
            <a:pPr marL="307975" indent="-295275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307975" algn="l"/>
              </a:tabLst>
            </a:pPr>
            <a:r>
              <a:rPr sz="1800" dirty="0">
                <a:latin typeface="Tahoma"/>
                <a:cs typeface="Tahoma"/>
              </a:rPr>
              <a:t>More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precisely,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Bayesian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classifier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use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A40020"/>
                </a:solidFill>
                <a:latin typeface="Tahoma"/>
                <a:cs typeface="Tahoma"/>
              </a:rPr>
              <a:t>Bayes’</a:t>
            </a:r>
            <a:r>
              <a:rPr sz="1800" spc="-6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A40020"/>
                </a:solidFill>
                <a:latin typeface="Tahoma"/>
                <a:cs typeface="Tahoma"/>
              </a:rPr>
              <a:t>Theorem</a:t>
            </a:r>
            <a:r>
              <a:rPr sz="1800" spc="-7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A40020"/>
                </a:solidFill>
                <a:latin typeface="Tahoma"/>
                <a:cs typeface="Tahoma"/>
              </a:rPr>
              <a:t>of</a:t>
            </a:r>
            <a:r>
              <a:rPr sz="1800" spc="-5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A40020"/>
                </a:solidFill>
                <a:latin typeface="Tahoma"/>
                <a:cs typeface="Tahoma"/>
              </a:rPr>
              <a:t>Probability</a:t>
            </a:r>
            <a:r>
              <a:rPr sz="1800" spc="-3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for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classification.</a:t>
            </a:r>
            <a:endParaRPr sz="1800">
              <a:latin typeface="Tahoma"/>
              <a:cs typeface="Tahoma"/>
            </a:endParaRPr>
          </a:p>
          <a:p>
            <a:pPr marL="307975" marR="8255" indent="-295910">
              <a:lnSpc>
                <a:spcPct val="100000"/>
              </a:lnSpc>
              <a:spcBef>
                <a:spcPts val="2165"/>
              </a:spcBef>
              <a:buFont typeface="Arial MT"/>
              <a:buChar char="•"/>
              <a:tabLst>
                <a:tab pos="307975" algn="l"/>
              </a:tabLst>
            </a:pPr>
            <a:r>
              <a:rPr sz="1800" dirty="0">
                <a:latin typeface="Tahoma"/>
                <a:cs typeface="Tahoma"/>
              </a:rPr>
              <a:t>Before</a:t>
            </a:r>
            <a:r>
              <a:rPr sz="1800" spc="1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going</a:t>
            </a:r>
            <a:r>
              <a:rPr sz="1800" spc="1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1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discuss</a:t>
            </a:r>
            <a:r>
              <a:rPr sz="1800" spc="1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1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Bayesian</a:t>
            </a:r>
            <a:r>
              <a:rPr sz="1800" spc="16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classifier,</a:t>
            </a:r>
            <a:r>
              <a:rPr sz="1800" spc="1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we</a:t>
            </a:r>
            <a:r>
              <a:rPr sz="1800" spc="1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should</a:t>
            </a:r>
            <a:r>
              <a:rPr sz="1800" spc="1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have</a:t>
            </a:r>
            <a:r>
              <a:rPr sz="1800" spc="1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1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quick</a:t>
            </a:r>
            <a:r>
              <a:rPr sz="1800" spc="1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look</a:t>
            </a:r>
            <a:r>
              <a:rPr sz="1800" spc="1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at</a:t>
            </a:r>
            <a:r>
              <a:rPr sz="1800" spc="1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160" dirty="0"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Theory</a:t>
            </a:r>
            <a:r>
              <a:rPr sz="1800" spc="160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0A5ED6"/>
                </a:solidFill>
                <a:latin typeface="Tahoma"/>
                <a:cs typeface="Tahoma"/>
              </a:rPr>
              <a:t>of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Probability</a:t>
            </a:r>
            <a:r>
              <a:rPr sz="1800" spc="-25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and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then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Bayes’</a:t>
            </a:r>
            <a:r>
              <a:rPr sz="1800" spc="-40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0A5ED6"/>
                </a:solidFill>
                <a:latin typeface="Tahoma"/>
                <a:cs typeface="Tahoma"/>
              </a:rPr>
              <a:t>Theorem</a:t>
            </a:r>
            <a:r>
              <a:rPr sz="1800" spc="-10" dirty="0">
                <a:latin typeface="Tahoma"/>
                <a:cs typeface="Tahoma"/>
              </a:rPr>
              <a:t>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Simple</a:t>
            </a:r>
            <a:r>
              <a:rPr spc="-80" dirty="0"/>
              <a:t> </a:t>
            </a:r>
            <a:r>
              <a:rPr spc="-10" dirty="0"/>
              <a:t>probability</a:t>
            </a:r>
          </a:p>
        </p:txBody>
      </p:sp>
      <p:sp>
        <p:nvSpPr>
          <p:cNvPr id="3" name="object 3"/>
          <p:cNvSpPr/>
          <p:nvPr/>
        </p:nvSpPr>
        <p:spPr>
          <a:xfrm>
            <a:off x="5687948" y="2727070"/>
            <a:ext cx="295910" cy="212090"/>
          </a:xfrm>
          <a:custGeom>
            <a:avLst/>
            <a:gdLst/>
            <a:ahLst/>
            <a:cxnLst/>
            <a:rect l="l" t="t" r="r" b="b"/>
            <a:pathLst>
              <a:path w="295910" h="212089">
                <a:moveTo>
                  <a:pt x="227964" y="0"/>
                </a:moveTo>
                <a:lnTo>
                  <a:pt x="224916" y="8636"/>
                </a:lnTo>
                <a:lnTo>
                  <a:pt x="237202" y="13946"/>
                </a:lnTo>
                <a:lnTo>
                  <a:pt x="247761" y="21304"/>
                </a:lnTo>
                <a:lnTo>
                  <a:pt x="269152" y="55431"/>
                </a:lnTo>
                <a:lnTo>
                  <a:pt x="276225" y="104901"/>
                </a:lnTo>
                <a:lnTo>
                  <a:pt x="275439" y="123571"/>
                </a:lnTo>
                <a:lnTo>
                  <a:pt x="263651" y="169290"/>
                </a:lnTo>
                <a:lnTo>
                  <a:pt x="237345" y="197865"/>
                </a:lnTo>
                <a:lnTo>
                  <a:pt x="225298" y="203200"/>
                </a:lnTo>
                <a:lnTo>
                  <a:pt x="227964" y="211836"/>
                </a:lnTo>
                <a:lnTo>
                  <a:pt x="268434" y="187707"/>
                </a:lnTo>
                <a:lnTo>
                  <a:pt x="291163" y="143335"/>
                </a:lnTo>
                <a:lnTo>
                  <a:pt x="295528" y="105917"/>
                </a:lnTo>
                <a:lnTo>
                  <a:pt x="294447" y="86776"/>
                </a:lnTo>
                <a:lnTo>
                  <a:pt x="294433" y="86536"/>
                </a:lnTo>
                <a:lnTo>
                  <a:pt x="278002" y="37083"/>
                </a:lnTo>
                <a:lnTo>
                  <a:pt x="243320" y="5544"/>
                </a:lnTo>
                <a:lnTo>
                  <a:pt x="227964" y="0"/>
                </a:lnTo>
                <a:close/>
              </a:path>
              <a:path w="295910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1"/>
                </a:lnTo>
                <a:lnTo>
                  <a:pt x="0" y="105917"/>
                </a:lnTo>
                <a:lnTo>
                  <a:pt x="992" y="123571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3" y="211836"/>
                </a:lnTo>
                <a:lnTo>
                  <a:pt x="70230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7"/>
                </a:lnTo>
                <a:lnTo>
                  <a:pt x="19303" y="104901"/>
                </a:lnTo>
                <a:lnTo>
                  <a:pt x="20089" y="86776"/>
                </a:lnTo>
                <a:lnTo>
                  <a:pt x="31876" y="42163"/>
                </a:lnTo>
                <a:lnTo>
                  <a:pt x="58344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A40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301866" y="2824352"/>
            <a:ext cx="196850" cy="15240"/>
          </a:xfrm>
          <a:custGeom>
            <a:avLst/>
            <a:gdLst/>
            <a:ahLst/>
            <a:cxnLst/>
            <a:rect l="l" t="t" r="r" b="b"/>
            <a:pathLst>
              <a:path w="196850" h="15239">
                <a:moveTo>
                  <a:pt x="196596" y="0"/>
                </a:moveTo>
                <a:lnTo>
                  <a:pt x="0" y="0"/>
                </a:lnTo>
                <a:lnTo>
                  <a:pt x="0" y="15239"/>
                </a:lnTo>
                <a:lnTo>
                  <a:pt x="196596" y="15239"/>
                </a:lnTo>
                <a:lnTo>
                  <a:pt x="196596" y="0"/>
                </a:lnTo>
                <a:close/>
              </a:path>
            </a:pathLst>
          </a:custGeom>
          <a:solidFill>
            <a:srgbClr val="A40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65580" y="1732997"/>
            <a:ext cx="9888855" cy="122428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38100" marR="30480">
              <a:lnSpc>
                <a:spcPts val="2160"/>
              </a:lnSpc>
              <a:spcBef>
                <a:spcPts val="270"/>
              </a:spcBef>
            </a:pPr>
            <a:r>
              <a:rPr sz="1800" dirty="0">
                <a:latin typeface="Tahoma"/>
                <a:cs typeface="Tahoma"/>
              </a:rPr>
              <a:t>If</a:t>
            </a:r>
            <a:r>
              <a:rPr sz="1800" spc="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there</a:t>
            </a:r>
            <a:r>
              <a:rPr sz="1800" spc="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</a:t>
            </a:r>
            <a:r>
              <a:rPr sz="1800" spc="7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</a:t>
            </a:r>
            <a:r>
              <a:rPr sz="19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elementary</a:t>
            </a:r>
            <a:r>
              <a:rPr sz="1800" spc="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events</a:t>
            </a:r>
            <a:r>
              <a:rPr sz="1800" spc="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associated</a:t>
            </a:r>
            <a:r>
              <a:rPr sz="1800" spc="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with</a:t>
            </a:r>
            <a:r>
              <a:rPr sz="1800" spc="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random</a:t>
            </a:r>
            <a:r>
              <a:rPr sz="1800" spc="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experiment</a:t>
            </a:r>
            <a:r>
              <a:rPr sz="1800" spc="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and</a:t>
            </a:r>
            <a:r>
              <a:rPr sz="1800" spc="7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m</a:t>
            </a:r>
            <a:r>
              <a:rPr sz="1900" spc="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6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</a:t>
            </a:r>
            <a:r>
              <a:rPr sz="1900" spc="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them</a:t>
            </a:r>
            <a:r>
              <a:rPr sz="1800" spc="7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are </a:t>
            </a:r>
            <a:r>
              <a:rPr sz="1800" spc="-10" dirty="0">
                <a:latin typeface="Tahoma"/>
                <a:cs typeface="Tahoma"/>
              </a:rPr>
              <a:t>favorable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event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800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then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probability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happening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or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occurrence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8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is</a:t>
            </a:r>
            <a:endParaRPr sz="1800">
              <a:latin typeface="Tahoma"/>
              <a:cs typeface="Tahoma"/>
            </a:endParaRPr>
          </a:p>
          <a:p>
            <a:pPr marL="777240" algn="ctr">
              <a:lnSpc>
                <a:spcPts val="1764"/>
              </a:lnSpc>
              <a:spcBef>
                <a:spcPts val="1415"/>
              </a:spcBef>
            </a:pPr>
            <a:r>
              <a:rPr sz="1800" spc="-50" dirty="0">
                <a:solidFill>
                  <a:srgbClr val="A40020"/>
                </a:solidFill>
                <a:latin typeface="Cambria Math"/>
                <a:cs typeface="Cambria Math"/>
              </a:rPr>
              <a:t>𝑚</a:t>
            </a:r>
            <a:endParaRPr sz="1800">
              <a:latin typeface="Cambria Math"/>
              <a:cs typeface="Cambria Math"/>
            </a:endParaRPr>
          </a:p>
          <a:p>
            <a:pPr marR="26670" algn="ctr">
              <a:lnSpc>
                <a:spcPts val="1764"/>
              </a:lnSpc>
              <a:tabLst>
                <a:tab pos="546735" algn="l"/>
              </a:tabLst>
            </a:pPr>
            <a:r>
              <a:rPr sz="1800" dirty="0">
                <a:solidFill>
                  <a:srgbClr val="A40020"/>
                </a:solidFill>
                <a:latin typeface="Cambria Math"/>
                <a:cs typeface="Cambria Math"/>
              </a:rPr>
              <a:t>𝑃</a:t>
            </a:r>
            <a:r>
              <a:rPr sz="1800" spc="395" dirty="0">
                <a:solidFill>
                  <a:srgbClr val="A40020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A40020"/>
                </a:solidFill>
                <a:latin typeface="Cambria Math"/>
                <a:cs typeface="Cambria Math"/>
              </a:rPr>
              <a:t>𝐴</a:t>
            </a:r>
            <a:r>
              <a:rPr sz="1800" dirty="0">
                <a:solidFill>
                  <a:srgbClr val="A40020"/>
                </a:solidFill>
                <a:latin typeface="Cambria Math"/>
                <a:cs typeface="Cambria Math"/>
              </a:rPr>
              <a:t>	=</a:t>
            </a:r>
            <a:r>
              <a:rPr sz="1800" spc="335" dirty="0">
                <a:solidFill>
                  <a:srgbClr val="A40020"/>
                </a:solidFill>
                <a:latin typeface="Cambria Math"/>
                <a:cs typeface="Cambria Math"/>
              </a:rPr>
              <a:t> </a:t>
            </a:r>
            <a:r>
              <a:rPr sz="2700" spc="-75" baseline="-37037" dirty="0">
                <a:solidFill>
                  <a:srgbClr val="A40020"/>
                </a:solidFill>
                <a:latin typeface="Cambria Math"/>
                <a:cs typeface="Cambria Math"/>
              </a:rPr>
              <a:t>𝑛</a:t>
            </a:r>
            <a:endParaRPr sz="2700" baseline="-37037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Simple</a:t>
            </a:r>
            <a:r>
              <a:rPr spc="-80" dirty="0"/>
              <a:t> </a:t>
            </a:r>
            <a:r>
              <a:rPr spc="-10" dirty="0"/>
              <a:t>probability</a:t>
            </a:r>
          </a:p>
        </p:txBody>
      </p:sp>
      <p:sp>
        <p:nvSpPr>
          <p:cNvPr id="3" name="object 3"/>
          <p:cNvSpPr/>
          <p:nvPr/>
        </p:nvSpPr>
        <p:spPr>
          <a:xfrm>
            <a:off x="5687948" y="2727070"/>
            <a:ext cx="295910" cy="212090"/>
          </a:xfrm>
          <a:custGeom>
            <a:avLst/>
            <a:gdLst/>
            <a:ahLst/>
            <a:cxnLst/>
            <a:rect l="l" t="t" r="r" b="b"/>
            <a:pathLst>
              <a:path w="295910" h="212089">
                <a:moveTo>
                  <a:pt x="227964" y="0"/>
                </a:moveTo>
                <a:lnTo>
                  <a:pt x="224916" y="8636"/>
                </a:lnTo>
                <a:lnTo>
                  <a:pt x="237202" y="13946"/>
                </a:lnTo>
                <a:lnTo>
                  <a:pt x="247761" y="21304"/>
                </a:lnTo>
                <a:lnTo>
                  <a:pt x="269152" y="55431"/>
                </a:lnTo>
                <a:lnTo>
                  <a:pt x="276225" y="104901"/>
                </a:lnTo>
                <a:lnTo>
                  <a:pt x="275439" y="123571"/>
                </a:lnTo>
                <a:lnTo>
                  <a:pt x="263651" y="169290"/>
                </a:lnTo>
                <a:lnTo>
                  <a:pt x="237345" y="197865"/>
                </a:lnTo>
                <a:lnTo>
                  <a:pt x="225298" y="203200"/>
                </a:lnTo>
                <a:lnTo>
                  <a:pt x="227964" y="211836"/>
                </a:lnTo>
                <a:lnTo>
                  <a:pt x="268434" y="187707"/>
                </a:lnTo>
                <a:lnTo>
                  <a:pt x="291163" y="143335"/>
                </a:lnTo>
                <a:lnTo>
                  <a:pt x="295528" y="105917"/>
                </a:lnTo>
                <a:lnTo>
                  <a:pt x="294447" y="86776"/>
                </a:lnTo>
                <a:lnTo>
                  <a:pt x="294433" y="86536"/>
                </a:lnTo>
                <a:lnTo>
                  <a:pt x="278002" y="37083"/>
                </a:lnTo>
                <a:lnTo>
                  <a:pt x="243320" y="5544"/>
                </a:lnTo>
                <a:lnTo>
                  <a:pt x="227964" y="0"/>
                </a:lnTo>
                <a:close/>
              </a:path>
              <a:path w="295910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1"/>
                </a:lnTo>
                <a:lnTo>
                  <a:pt x="0" y="105917"/>
                </a:lnTo>
                <a:lnTo>
                  <a:pt x="992" y="123571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3" y="211836"/>
                </a:lnTo>
                <a:lnTo>
                  <a:pt x="70230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7"/>
                </a:lnTo>
                <a:lnTo>
                  <a:pt x="19303" y="104901"/>
                </a:lnTo>
                <a:lnTo>
                  <a:pt x="20089" y="86776"/>
                </a:lnTo>
                <a:lnTo>
                  <a:pt x="31876" y="42163"/>
                </a:lnTo>
                <a:lnTo>
                  <a:pt x="58344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A40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301866" y="2824352"/>
            <a:ext cx="196850" cy="15240"/>
          </a:xfrm>
          <a:custGeom>
            <a:avLst/>
            <a:gdLst/>
            <a:ahLst/>
            <a:cxnLst/>
            <a:rect l="l" t="t" r="r" b="b"/>
            <a:pathLst>
              <a:path w="196850" h="15239">
                <a:moveTo>
                  <a:pt x="196596" y="0"/>
                </a:moveTo>
                <a:lnTo>
                  <a:pt x="0" y="0"/>
                </a:lnTo>
                <a:lnTo>
                  <a:pt x="0" y="15239"/>
                </a:lnTo>
                <a:lnTo>
                  <a:pt x="196596" y="15239"/>
                </a:lnTo>
                <a:lnTo>
                  <a:pt x="196596" y="0"/>
                </a:lnTo>
                <a:close/>
              </a:path>
            </a:pathLst>
          </a:custGeom>
          <a:solidFill>
            <a:srgbClr val="A40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6830" y="5517299"/>
            <a:ext cx="202692" cy="21640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27480" y="1732997"/>
            <a:ext cx="9965055" cy="4397358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76200" marR="68580">
              <a:lnSpc>
                <a:spcPts val="2160"/>
              </a:lnSpc>
              <a:spcBef>
                <a:spcPts val="270"/>
              </a:spcBef>
            </a:pPr>
            <a:r>
              <a:rPr sz="1800" dirty="0">
                <a:latin typeface="Tahoma"/>
                <a:cs typeface="Tahoma"/>
              </a:rPr>
              <a:t>If</a:t>
            </a:r>
            <a:r>
              <a:rPr sz="1800" spc="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there</a:t>
            </a:r>
            <a:r>
              <a:rPr sz="1800" spc="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</a:t>
            </a:r>
            <a:r>
              <a:rPr sz="1800" spc="7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</a:t>
            </a:r>
            <a:r>
              <a:rPr sz="19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elementary</a:t>
            </a:r>
            <a:r>
              <a:rPr sz="1800" spc="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events</a:t>
            </a:r>
            <a:r>
              <a:rPr sz="1800" spc="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associated</a:t>
            </a:r>
            <a:r>
              <a:rPr sz="1800" spc="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with</a:t>
            </a:r>
            <a:r>
              <a:rPr sz="1800" spc="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random</a:t>
            </a:r>
            <a:r>
              <a:rPr sz="1800" spc="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experiment</a:t>
            </a:r>
            <a:r>
              <a:rPr sz="1800" spc="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and</a:t>
            </a:r>
            <a:r>
              <a:rPr sz="1800" spc="7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m</a:t>
            </a:r>
            <a:r>
              <a:rPr sz="1900" spc="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6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</a:t>
            </a:r>
            <a:r>
              <a:rPr sz="1900" spc="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them</a:t>
            </a:r>
            <a:r>
              <a:rPr sz="1800" spc="7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are </a:t>
            </a:r>
            <a:r>
              <a:rPr sz="1800" spc="-10" dirty="0">
                <a:latin typeface="Tahoma"/>
                <a:cs typeface="Tahoma"/>
              </a:rPr>
              <a:t>favorable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event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800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then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probability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happening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or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occurrence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8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is</a:t>
            </a:r>
            <a:endParaRPr sz="1800" dirty="0">
              <a:latin typeface="Tahoma"/>
              <a:cs typeface="Tahoma"/>
            </a:endParaRPr>
          </a:p>
          <a:p>
            <a:pPr marL="777240" algn="ctr">
              <a:lnSpc>
                <a:spcPts val="1764"/>
              </a:lnSpc>
              <a:spcBef>
                <a:spcPts val="1415"/>
              </a:spcBef>
            </a:pPr>
            <a:r>
              <a:rPr sz="1800" spc="-50" dirty="0">
                <a:solidFill>
                  <a:srgbClr val="A40020"/>
                </a:solidFill>
                <a:latin typeface="Cambria Math"/>
                <a:cs typeface="Cambria Math"/>
              </a:rPr>
              <a:t>𝑚</a:t>
            </a:r>
            <a:endParaRPr sz="1800" dirty="0">
              <a:latin typeface="Cambria Math"/>
              <a:cs typeface="Cambria Math"/>
            </a:endParaRPr>
          </a:p>
          <a:p>
            <a:pPr marR="26670" algn="ctr">
              <a:lnSpc>
                <a:spcPts val="1764"/>
              </a:lnSpc>
              <a:tabLst>
                <a:tab pos="546735" algn="l"/>
              </a:tabLst>
            </a:pPr>
            <a:r>
              <a:rPr sz="1800" dirty="0">
                <a:solidFill>
                  <a:srgbClr val="A40020"/>
                </a:solidFill>
                <a:latin typeface="Cambria Math"/>
                <a:cs typeface="Cambria Math"/>
              </a:rPr>
              <a:t>𝑃</a:t>
            </a:r>
            <a:r>
              <a:rPr sz="1800" spc="395" dirty="0">
                <a:solidFill>
                  <a:srgbClr val="A40020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A40020"/>
                </a:solidFill>
                <a:latin typeface="Cambria Math"/>
                <a:cs typeface="Cambria Math"/>
              </a:rPr>
              <a:t>𝐴</a:t>
            </a:r>
            <a:r>
              <a:rPr sz="1800" dirty="0">
                <a:solidFill>
                  <a:srgbClr val="A40020"/>
                </a:solidFill>
                <a:latin typeface="Cambria Math"/>
                <a:cs typeface="Cambria Math"/>
              </a:rPr>
              <a:t>	=</a:t>
            </a:r>
            <a:r>
              <a:rPr sz="1800" spc="335" dirty="0">
                <a:solidFill>
                  <a:srgbClr val="A40020"/>
                </a:solidFill>
                <a:latin typeface="Cambria Math"/>
                <a:cs typeface="Cambria Math"/>
              </a:rPr>
              <a:t> </a:t>
            </a:r>
            <a:r>
              <a:rPr sz="2700" spc="-75" baseline="-37037" dirty="0">
                <a:solidFill>
                  <a:srgbClr val="A40020"/>
                </a:solidFill>
                <a:latin typeface="Cambria Math"/>
                <a:cs typeface="Cambria Math"/>
              </a:rPr>
              <a:t>𝑛</a:t>
            </a:r>
            <a:endParaRPr sz="2700" baseline="-37037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800" dirty="0">
              <a:latin typeface="Cambria Math"/>
              <a:cs typeface="Cambria Math"/>
            </a:endParaRPr>
          </a:p>
          <a:p>
            <a:pPr marL="129539">
              <a:lnSpc>
                <a:spcPts val="2220"/>
              </a:lnSpc>
            </a:pPr>
            <a:r>
              <a:rPr sz="1800" dirty="0">
                <a:latin typeface="Tahoma"/>
                <a:cs typeface="Tahoma"/>
              </a:rPr>
              <a:t>Suppose,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and</a:t>
            </a:r>
            <a:r>
              <a:rPr sz="1800" spc="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</a:t>
            </a:r>
            <a:r>
              <a:rPr sz="1800" spc="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</a:t>
            </a:r>
            <a:r>
              <a:rPr sz="1800" spc="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any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two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events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and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P(A)</a:t>
            </a:r>
            <a:r>
              <a:rPr sz="1800" spc="-10" dirty="0">
                <a:latin typeface="Tahoma"/>
                <a:cs typeface="Tahoma"/>
              </a:rPr>
              <a:t>,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P(B)</a:t>
            </a:r>
            <a:r>
              <a:rPr sz="190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denote</a:t>
            </a:r>
            <a:r>
              <a:rPr sz="1800" spc="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probabilities</a:t>
            </a:r>
            <a:r>
              <a:rPr sz="1800" spc="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that</a:t>
            </a:r>
            <a:r>
              <a:rPr sz="1800" spc="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events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900" spc="-50" dirty="0">
                <a:latin typeface="Tahoma"/>
                <a:cs typeface="Tahoma"/>
              </a:rPr>
              <a:t>A</a:t>
            </a:r>
            <a:endParaRPr sz="1900" dirty="0">
              <a:latin typeface="Tahoma"/>
              <a:cs typeface="Tahoma"/>
            </a:endParaRPr>
          </a:p>
          <a:p>
            <a:pPr marL="424815">
              <a:lnSpc>
                <a:spcPts val="2220"/>
              </a:lnSpc>
            </a:pPr>
            <a:r>
              <a:rPr sz="1800" dirty="0">
                <a:latin typeface="Tahoma"/>
                <a:cs typeface="Tahoma"/>
              </a:rPr>
              <a:t>and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B</a:t>
            </a:r>
            <a:r>
              <a:rPr sz="1900" spc="-9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will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occur,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respectively.</a:t>
            </a:r>
            <a:endParaRPr sz="1800" dirty="0">
              <a:latin typeface="Tahoma"/>
              <a:cs typeface="Tahoma"/>
            </a:endParaRPr>
          </a:p>
          <a:p>
            <a:pPr marL="424815" marR="67945" indent="-295910">
              <a:lnSpc>
                <a:spcPct val="100000"/>
              </a:lnSpc>
              <a:spcBef>
                <a:spcPts val="2140"/>
              </a:spcBef>
              <a:tabLst>
                <a:tab pos="7521575" algn="l"/>
              </a:tabLst>
            </a:pPr>
            <a:r>
              <a:rPr sz="1800" b="1" dirty="0">
                <a:latin typeface="Tahoma"/>
                <a:cs typeface="Tahoma"/>
              </a:rPr>
              <a:t>Mutually</a:t>
            </a:r>
            <a:r>
              <a:rPr sz="1800" b="1" spc="39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Exclusive</a:t>
            </a:r>
            <a:r>
              <a:rPr sz="1800" b="1" spc="40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Events:</a:t>
            </a:r>
            <a:r>
              <a:rPr sz="1800" b="1" spc="40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Two</a:t>
            </a:r>
            <a:r>
              <a:rPr sz="1800" spc="3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events</a:t>
            </a:r>
            <a:r>
              <a:rPr sz="1800" spc="3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</a:t>
            </a:r>
            <a:r>
              <a:rPr sz="1800" spc="3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mutually</a:t>
            </a:r>
            <a:r>
              <a:rPr sz="1800" spc="3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exclusive,</a:t>
            </a:r>
            <a:r>
              <a:rPr sz="1800" spc="35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if</a:t>
            </a:r>
            <a:r>
              <a:rPr sz="1800" dirty="0">
                <a:latin typeface="Tahoma"/>
                <a:cs typeface="Tahoma"/>
              </a:rPr>
              <a:t>	the</a:t>
            </a:r>
            <a:r>
              <a:rPr sz="1800" spc="3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occurrence</a:t>
            </a:r>
            <a:r>
              <a:rPr sz="1800" spc="39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39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one </a:t>
            </a:r>
            <a:r>
              <a:rPr sz="1800" dirty="0">
                <a:latin typeface="Tahoma"/>
                <a:cs typeface="Tahoma"/>
              </a:rPr>
              <a:t>precludes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occurrence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other.</a:t>
            </a:r>
            <a:endParaRPr sz="1800" dirty="0">
              <a:latin typeface="Tahoma"/>
              <a:cs typeface="Tahoma"/>
            </a:endParaRPr>
          </a:p>
          <a:p>
            <a:pPr marL="2133600" marR="4565650" indent="-1143635">
              <a:lnSpc>
                <a:spcPct val="100000"/>
              </a:lnSpc>
            </a:pPr>
            <a:r>
              <a:rPr sz="1800" b="1" dirty="0">
                <a:solidFill>
                  <a:srgbClr val="0A5ED6"/>
                </a:solidFill>
                <a:latin typeface="Tahoma"/>
                <a:cs typeface="Tahoma"/>
              </a:rPr>
              <a:t>Example:</a:t>
            </a:r>
            <a:r>
              <a:rPr sz="1800" b="1" spc="-35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0A5ED6"/>
                </a:solidFill>
                <a:latin typeface="Tahoma"/>
                <a:cs typeface="Tahoma"/>
              </a:rPr>
              <a:t>Tossing</a:t>
            </a:r>
            <a:r>
              <a:rPr sz="1800" spc="-60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a</a:t>
            </a:r>
            <a:r>
              <a:rPr sz="1800" spc="-40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coin</a:t>
            </a:r>
            <a:r>
              <a:rPr sz="1800" spc="-35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(two</a:t>
            </a:r>
            <a:r>
              <a:rPr sz="1800" spc="-35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0A5ED6"/>
                </a:solidFill>
                <a:latin typeface="Tahoma"/>
                <a:cs typeface="Tahoma"/>
              </a:rPr>
              <a:t>events) </a:t>
            </a:r>
            <a:r>
              <a:rPr sz="1800" spc="-20" dirty="0">
                <a:solidFill>
                  <a:srgbClr val="0A5ED6"/>
                </a:solidFill>
                <a:latin typeface="Tahoma"/>
                <a:cs typeface="Tahoma"/>
              </a:rPr>
              <a:t>Tossing</a:t>
            </a:r>
            <a:r>
              <a:rPr sz="1800" spc="-35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a</a:t>
            </a:r>
            <a:r>
              <a:rPr sz="1800" spc="-20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ludo</a:t>
            </a:r>
            <a:r>
              <a:rPr sz="1800" spc="-25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cube</a:t>
            </a:r>
            <a:r>
              <a:rPr sz="1800" spc="-25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(Six</a:t>
            </a:r>
            <a:r>
              <a:rPr sz="1800" spc="-25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0A5ED6"/>
                </a:solidFill>
                <a:latin typeface="Tahoma"/>
                <a:cs typeface="Tahoma"/>
              </a:rPr>
              <a:t>events)</a:t>
            </a:r>
            <a:endParaRPr sz="1800" dirty="0">
              <a:latin typeface="Tahoma"/>
              <a:cs typeface="Tahoma"/>
            </a:endParaRPr>
          </a:p>
          <a:p>
            <a:pPr marL="471805">
              <a:lnSpc>
                <a:spcPct val="100000"/>
              </a:lnSpc>
              <a:spcBef>
                <a:spcPts val="2165"/>
              </a:spcBef>
            </a:pPr>
            <a:r>
              <a:rPr sz="1800" dirty="0">
                <a:latin typeface="Tahoma"/>
                <a:cs typeface="Tahoma"/>
              </a:rPr>
              <a:t>Can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you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give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example,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so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that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two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events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not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mutually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exclusive?</a:t>
            </a:r>
            <a:endParaRPr sz="1800" dirty="0">
              <a:latin typeface="Tahoma"/>
              <a:cs typeface="Tahoma"/>
            </a:endParaRPr>
          </a:p>
          <a:p>
            <a:pPr marL="557530">
              <a:lnSpc>
                <a:spcPct val="100000"/>
              </a:lnSpc>
            </a:pPr>
            <a:r>
              <a:rPr sz="1800" b="1" dirty="0">
                <a:solidFill>
                  <a:srgbClr val="BEBEBE"/>
                </a:solidFill>
                <a:latin typeface="Tahoma"/>
                <a:cs typeface="Tahoma"/>
              </a:rPr>
              <a:t>Hint:</a:t>
            </a:r>
            <a:r>
              <a:rPr sz="1800" b="1" spc="-4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BEBEBE"/>
                </a:solidFill>
                <a:latin typeface="Tahoma"/>
                <a:cs typeface="Tahoma"/>
              </a:rPr>
              <a:t>Tossing</a:t>
            </a:r>
            <a:r>
              <a:rPr sz="1800" b="1" spc="-40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BEBEBE"/>
                </a:solidFill>
                <a:latin typeface="Tahoma"/>
                <a:cs typeface="Tahoma"/>
              </a:rPr>
              <a:t>two</a:t>
            </a:r>
            <a:r>
              <a:rPr sz="1800" b="1" spc="-30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BEBEBE"/>
                </a:solidFill>
                <a:latin typeface="Tahoma"/>
                <a:cs typeface="Tahoma"/>
              </a:rPr>
              <a:t>identical</a:t>
            </a:r>
            <a:r>
              <a:rPr sz="1800" b="1" spc="-4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BEBEBE"/>
                </a:solidFill>
                <a:latin typeface="Tahoma"/>
                <a:cs typeface="Tahoma"/>
              </a:rPr>
              <a:t>coins,</a:t>
            </a:r>
            <a:r>
              <a:rPr sz="1800" b="1" spc="-40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BEBEBE"/>
                </a:solidFill>
                <a:latin typeface="Tahoma"/>
                <a:cs typeface="Tahoma"/>
              </a:rPr>
              <a:t>Weather</a:t>
            </a:r>
            <a:r>
              <a:rPr sz="1800" b="1" spc="-3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BEBEBE"/>
                </a:solidFill>
                <a:latin typeface="Tahoma"/>
                <a:cs typeface="Tahoma"/>
              </a:rPr>
              <a:t>(sunny,</a:t>
            </a:r>
            <a:r>
              <a:rPr sz="1800" b="1" spc="-40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BEBEBE"/>
                </a:solidFill>
                <a:latin typeface="Tahoma"/>
                <a:cs typeface="Tahoma"/>
              </a:rPr>
              <a:t>warm)</a:t>
            </a:r>
            <a:endParaRPr sz="1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Simple</a:t>
            </a:r>
            <a:r>
              <a:rPr spc="-80" dirty="0"/>
              <a:t> </a:t>
            </a:r>
            <a:r>
              <a:rPr spc="-10" dirty="0"/>
              <a:t>probability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4320" y="1745360"/>
            <a:ext cx="97872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7975" marR="5080" indent="-29591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Independent</a:t>
            </a:r>
            <a:r>
              <a:rPr sz="1800" b="1" spc="22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events:</a:t>
            </a:r>
            <a:r>
              <a:rPr sz="1800" b="1" spc="19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Two</a:t>
            </a:r>
            <a:r>
              <a:rPr sz="1800" spc="1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events</a:t>
            </a:r>
            <a:r>
              <a:rPr sz="1800" spc="1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</a:t>
            </a:r>
            <a:r>
              <a:rPr sz="1800" spc="1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independent</a:t>
            </a:r>
            <a:r>
              <a:rPr sz="1800" spc="1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if</a:t>
            </a:r>
            <a:r>
              <a:rPr sz="1800" spc="1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occurrences</a:t>
            </a:r>
            <a:r>
              <a:rPr sz="1800" spc="1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1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one</a:t>
            </a:r>
            <a:r>
              <a:rPr sz="1800" spc="1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does</a:t>
            </a:r>
            <a:r>
              <a:rPr sz="1800" spc="1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not</a:t>
            </a:r>
            <a:r>
              <a:rPr sz="1800" spc="1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alter</a:t>
            </a:r>
            <a:r>
              <a:rPr sz="1800" spc="17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the </a:t>
            </a:r>
            <a:r>
              <a:rPr sz="1800" dirty="0">
                <a:latin typeface="Tahoma"/>
                <a:cs typeface="Tahoma"/>
              </a:rPr>
              <a:t>occurrence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other.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8025" y="2568016"/>
            <a:ext cx="10902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A5ED6"/>
                </a:solidFill>
                <a:latin typeface="Tahoma"/>
                <a:cs typeface="Tahoma"/>
              </a:rPr>
              <a:t>Example: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20110" y="2568016"/>
            <a:ext cx="423608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0A5ED6"/>
                </a:solidFill>
                <a:latin typeface="Tahoma"/>
                <a:cs typeface="Tahoma"/>
              </a:rPr>
              <a:t>Tossing</a:t>
            </a:r>
            <a:r>
              <a:rPr sz="1800" spc="-35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both</a:t>
            </a:r>
            <a:r>
              <a:rPr sz="1800" spc="-35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coin</a:t>
            </a:r>
            <a:r>
              <a:rPr sz="1800" spc="-25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and</a:t>
            </a:r>
            <a:r>
              <a:rPr sz="1800" spc="-20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ludo</a:t>
            </a:r>
            <a:r>
              <a:rPr sz="1800" spc="-25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cube</a:t>
            </a:r>
            <a:r>
              <a:rPr sz="1800" spc="-30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0A5ED6"/>
                </a:solidFill>
                <a:latin typeface="Tahoma"/>
                <a:cs typeface="Tahoma"/>
              </a:rPr>
              <a:t>together.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(How</a:t>
            </a:r>
            <a:r>
              <a:rPr sz="1800" spc="-35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many</a:t>
            </a:r>
            <a:r>
              <a:rPr sz="1800" spc="-50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events</a:t>
            </a:r>
            <a:r>
              <a:rPr sz="1800" spc="-50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are</a:t>
            </a:r>
            <a:r>
              <a:rPr sz="1800" spc="-25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0A5ED6"/>
                </a:solidFill>
                <a:latin typeface="Tahoma"/>
                <a:cs typeface="Tahoma"/>
              </a:rPr>
              <a:t>here?)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6830" y="3412616"/>
            <a:ext cx="190500" cy="20574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487169" y="3391661"/>
            <a:ext cx="899541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Can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you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give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example,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where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event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dependent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on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one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or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more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other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events(s)?</a:t>
            </a:r>
            <a:endParaRPr sz="1800">
              <a:latin typeface="Tahoma"/>
              <a:cs typeface="Tahoma"/>
            </a:endParaRPr>
          </a:p>
          <a:p>
            <a:pPr marL="97790">
              <a:lnSpc>
                <a:spcPct val="100000"/>
              </a:lnSpc>
              <a:tabLst>
                <a:tab pos="803275" algn="l"/>
              </a:tabLst>
            </a:pPr>
            <a:r>
              <a:rPr sz="1800" b="1" spc="-10" dirty="0">
                <a:solidFill>
                  <a:srgbClr val="BEBEBE"/>
                </a:solidFill>
                <a:latin typeface="Tahoma"/>
                <a:cs typeface="Tahoma"/>
              </a:rPr>
              <a:t>Hint:</a:t>
            </a:r>
            <a:r>
              <a:rPr sz="1800" b="1" dirty="0">
                <a:solidFill>
                  <a:srgbClr val="BEBEBE"/>
                </a:solidFill>
                <a:latin typeface="Tahoma"/>
                <a:cs typeface="Tahoma"/>
              </a:rPr>
              <a:t>	</a:t>
            </a:r>
            <a:r>
              <a:rPr sz="1800" dirty="0">
                <a:solidFill>
                  <a:srgbClr val="BEBEBE"/>
                </a:solidFill>
                <a:latin typeface="Tahoma"/>
                <a:cs typeface="Tahoma"/>
              </a:rPr>
              <a:t>Receiving</a:t>
            </a:r>
            <a:r>
              <a:rPr sz="1800" spc="-3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BEBEBE"/>
                </a:solidFill>
                <a:latin typeface="Tahoma"/>
                <a:cs typeface="Tahoma"/>
              </a:rPr>
              <a:t>a</a:t>
            </a:r>
            <a:r>
              <a:rPr sz="1800" spc="-3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BEBEBE"/>
                </a:solidFill>
                <a:latin typeface="Tahoma"/>
                <a:cs typeface="Tahoma"/>
              </a:rPr>
              <a:t>message</a:t>
            </a:r>
            <a:r>
              <a:rPr sz="1800" spc="-3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BEBEBE"/>
                </a:solidFill>
                <a:latin typeface="Tahoma"/>
                <a:cs typeface="Tahoma"/>
              </a:rPr>
              <a:t>(A)</a:t>
            </a:r>
            <a:r>
              <a:rPr sz="1800" spc="-40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BEBEBE"/>
                </a:solidFill>
                <a:latin typeface="Tahoma"/>
                <a:cs typeface="Tahoma"/>
              </a:rPr>
              <a:t>through</a:t>
            </a:r>
            <a:r>
              <a:rPr sz="1800" spc="-4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BEBEBE"/>
                </a:solidFill>
                <a:latin typeface="Tahoma"/>
                <a:cs typeface="Tahoma"/>
              </a:rPr>
              <a:t>a</a:t>
            </a:r>
            <a:r>
              <a:rPr sz="1800" spc="-3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BEBEBE"/>
                </a:solidFill>
                <a:latin typeface="Tahoma"/>
                <a:cs typeface="Tahoma"/>
              </a:rPr>
              <a:t>communication</a:t>
            </a:r>
            <a:r>
              <a:rPr sz="1800" spc="-40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BEBEBE"/>
                </a:solidFill>
                <a:latin typeface="Tahoma"/>
                <a:cs typeface="Tahoma"/>
              </a:rPr>
              <a:t>channel</a:t>
            </a:r>
            <a:r>
              <a:rPr sz="1800" spc="-60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BEBEBE"/>
                </a:solidFill>
                <a:latin typeface="Tahoma"/>
                <a:cs typeface="Tahoma"/>
              </a:rPr>
              <a:t>(B)</a:t>
            </a:r>
            <a:endParaRPr sz="1800">
              <a:latin typeface="Tahoma"/>
              <a:cs typeface="Tahoma"/>
            </a:endParaRPr>
          </a:p>
          <a:p>
            <a:pPr marL="97790">
              <a:lnSpc>
                <a:spcPct val="100000"/>
              </a:lnSpc>
            </a:pPr>
            <a:r>
              <a:rPr sz="1800" dirty="0">
                <a:solidFill>
                  <a:srgbClr val="BEBEBE"/>
                </a:solidFill>
                <a:latin typeface="Tahoma"/>
                <a:cs typeface="Tahoma"/>
              </a:rPr>
              <a:t>over</a:t>
            </a:r>
            <a:r>
              <a:rPr sz="1800" spc="-2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BEBEBE"/>
                </a:solidFill>
                <a:latin typeface="Tahoma"/>
                <a:cs typeface="Tahoma"/>
              </a:rPr>
              <a:t>a</a:t>
            </a:r>
            <a:r>
              <a:rPr sz="1800" spc="-3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BEBEBE"/>
                </a:solidFill>
                <a:latin typeface="Tahoma"/>
                <a:cs typeface="Tahoma"/>
              </a:rPr>
              <a:t>computer</a:t>
            </a:r>
            <a:r>
              <a:rPr sz="1800" spc="-3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BEBEBE"/>
                </a:solidFill>
                <a:latin typeface="Tahoma"/>
                <a:cs typeface="Tahoma"/>
              </a:rPr>
              <a:t>(C),</a:t>
            </a:r>
            <a:r>
              <a:rPr sz="1800" spc="-30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BEBEBE"/>
                </a:solidFill>
                <a:latin typeface="Tahoma"/>
                <a:cs typeface="Tahoma"/>
              </a:rPr>
              <a:t>rain</a:t>
            </a:r>
            <a:r>
              <a:rPr sz="1800" spc="-3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BEBEBE"/>
                </a:solidFill>
                <a:latin typeface="Tahoma"/>
                <a:cs typeface="Tahoma"/>
              </a:rPr>
              <a:t>and</a:t>
            </a:r>
            <a:r>
              <a:rPr sz="1800" spc="-3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BEBEBE"/>
                </a:solidFill>
                <a:latin typeface="Tahoma"/>
                <a:cs typeface="Tahoma"/>
              </a:rPr>
              <a:t>dating.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Joint</a:t>
            </a:r>
            <a:r>
              <a:rPr spc="-60" dirty="0"/>
              <a:t> </a:t>
            </a:r>
            <a:r>
              <a:rPr spc="-10" dirty="0"/>
              <a:t>probability</a:t>
            </a:r>
          </a:p>
        </p:txBody>
      </p:sp>
      <p:sp>
        <p:nvSpPr>
          <p:cNvPr id="3" name="object 3"/>
          <p:cNvSpPr/>
          <p:nvPr/>
        </p:nvSpPr>
        <p:spPr>
          <a:xfrm>
            <a:off x="4368165" y="2361310"/>
            <a:ext cx="708660" cy="212090"/>
          </a:xfrm>
          <a:custGeom>
            <a:avLst/>
            <a:gdLst/>
            <a:ahLst/>
            <a:cxnLst/>
            <a:rect l="l" t="t" r="r" b="b"/>
            <a:pathLst>
              <a:path w="708660" h="212089">
                <a:moveTo>
                  <a:pt x="640969" y="0"/>
                </a:moveTo>
                <a:lnTo>
                  <a:pt x="637921" y="8636"/>
                </a:lnTo>
                <a:lnTo>
                  <a:pt x="650206" y="13946"/>
                </a:lnTo>
                <a:lnTo>
                  <a:pt x="660765" y="21304"/>
                </a:lnTo>
                <a:lnTo>
                  <a:pt x="682156" y="55431"/>
                </a:lnTo>
                <a:lnTo>
                  <a:pt x="689229" y="104901"/>
                </a:lnTo>
                <a:lnTo>
                  <a:pt x="688443" y="123571"/>
                </a:lnTo>
                <a:lnTo>
                  <a:pt x="676656" y="169290"/>
                </a:lnTo>
                <a:lnTo>
                  <a:pt x="650349" y="197865"/>
                </a:lnTo>
                <a:lnTo>
                  <a:pt x="638301" y="203200"/>
                </a:lnTo>
                <a:lnTo>
                  <a:pt x="640969" y="211836"/>
                </a:lnTo>
                <a:lnTo>
                  <a:pt x="681438" y="187707"/>
                </a:lnTo>
                <a:lnTo>
                  <a:pt x="704167" y="143335"/>
                </a:lnTo>
                <a:lnTo>
                  <a:pt x="708533" y="105917"/>
                </a:lnTo>
                <a:lnTo>
                  <a:pt x="707451" y="86776"/>
                </a:lnTo>
                <a:lnTo>
                  <a:pt x="707437" y="86536"/>
                </a:lnTo>
                <a:lnTo>
                  <a:pt x="691007" y="37084"/>
                </a:lnTo>
                <a:lnTo>
                  <a:pt x="656324" y="5544"/>
                </a:lnTo>
                <a:lnTo>
                  <a:pt x="640969" y="0"/>
                </a:lnTo>
                <a:close/>
              </a:path>
              <a:path w="708660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1"/>
                </a:lnTo>
                <a:lnTo>
                  <a:pt x="0" y="105917"/>
                </a:lnTo>
                <a:lnTo>
                  <a:pt x="992" y="123571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3" y="211836"/>
                </a:lnTo>
                <a:lnTo>
                  <a:pt x="70231" y="203200"/>
                </a:lnTo>
                <a:lnTo>
                  <a:pt x="58183" y="197866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7"/>
                </a:lnTo>
                <a:lnTo>
                  <a:pt x="19304" y="104901"/>
                </a:lnTo>
                <a:lnTo>
                  <a:pt x="20089" y="86776"/>
                </a:lnTo>
                <a:lnTo>
                  <a:pt x="31876" y="42163"/>
                </a:lnTo>
                <a:lnTo>
                  <a:pt x="58344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564504" y="2361310"/>
            <a:ext cx="295910" cy="212090"/>
          </a:xfrm>
          <a:custGeom>
            <a:avLst/>
            <a:gdLst/>
            <a:ahLst/>
            <a:cxnLst/>
            <a:rect l="l" t="t" r="r" b="b"/>
            <a:pathLst>
              <a:path w="295910" h="212089">
                <a:moveTo>
                  <a:pt x="227965" y="0"/>
                </a:moveTo>
                <a:lnTo>
                  <a:pt x="224917" y="8636"/>
                </a:lnTo>
                <a:lnTo>
                  <a:pt x="237202" y="13946"/>
                </a:lnTo>
                <a:lnTo>
                  <a:pt x="247761" y="21304"/>
                </a:lnTo>
                <a:lnTo>
                  <a:pt x="269152" y="55431"/>
                </a:lnTo>
                <a:lnTo>
                  <a:pt x="276225" y="104901"/>
                </a:lnTo>
                <a:lnTo>
                  <a:pt x="275439" y="123571"/>
                </a:lnTo>
                <a:lnTo>
                  <a:pt x="263652" y="169290"/>
                </a:lnTo>
                <a:lnTo>
                  <a:pt x="237345" y="197865"/>
                </a:lnTo>
                <a:lnTo>
                  <a:pt x="225298" y="203200"/>
                </a:lnTo>
                <a:lnTo>
                  <a:pt x="227965" y="211836"/>
                </a:lnTo>
                <a:lnTo>
                  <a:pt x="268434" y="187707"/>
                </a:lnTo>
                <a:lnTo>
                  <a:pt x="291163" y="143335"/>
                </a:lnTo>
                <a:lnTo>
                  <a:pt x="295529" y="105917"/>
                </a:lnTo>
                <a:lnTo>
                  <a:pt x="294447" y="86776"/>
                </a:lnTo>
                <a:lnTo>
                  <a:pt x="294433" y="86536"/>
                </a:lnTo>
                <a:lnTo>
                  <a:pt x="278003" y="37084"/>
                </a:lnTo>
                <a:lnTo>
                  <a:pt x="243320" y="5544"/>
                </a:lnTo>
                <a:lnTo>
                  <a:pt x="227965" y="0"/>
                </a:lnTo>
                <a:close/>
              </a:path>
              <a:path w="295910" h="212089">
                <a:moveTo>
                  <a:pt x="67564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1"/>
                </a:lnTo>
                <a:lnTo>
                  <a:pt x="0" y="105917"/>
                </a:lnTo>
                <a:lnTo>
                  <a:pt x="992" y="123571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4" y="211836"/>
                </a:lnTo>
                <a:lnTo>
                  <a:pt x="70231" y="203200"/>
                </a:lnTo>
                <a:lnTo>
                  <a:pt x="58183" y="197866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7"/>
                </a:lnTo>
                <a:lnTo>
                  <a:pt x="19304" y="104901"/>
                </a:lnTo>
                <a:lnTo>
                  <a:pt x="20089" y="86776"/>
                </a:lnTo>
                <a:lnTo>
                  <a:pt x="31877" y="42163"/>
                </a:lnTo>
                <a:lnTo>
                  <a:pt x="58344" y="13946"/>
                </a:lnTo>
                <a:lnTo>
                  <a:pt x="70612" y="8636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320409" y="2361310"/>
            <a:ext cx="304800" cy="212090"/>
          </a:xfrm>
          <a:custGeom>
            <a:avLst/>
            <a:gdLst/>
            <a:ahLst/>
            <a:cxnLst/>
            <a:rect l="l" t="t" r="r" b="b"/>
            <a:pathLst>
              <a:path w="304800" h="212089">
                <a:moveTo>
                  <a:pt x="237109" y="0"/>
                </a:moveTo>
                <a:lnTo>
                  <a:pt x="234061" y="8636"/>
                </a:lnTo>
                <a:lnTo>
                  <a:pt x="246346" y="13946"/>
                </a:lnTo>
                <a:lnTo>
                  <a:pt x="256905" y="21304"/>
                </a:lnTo>
                <a:lnTo>
                  <a:pt x="278296" y="55431"/>
                </a:lnTo>
                <a:lnTo>
                  <a:pt x="284548" y="86536"/>
                </a:lnTo>
                <a:lnTo>
                  <a:pt x="284583" y="86776"/>
                </a:lnTo>
                <a:lnTo>
                  <a:pt x="285368" y="104901"/>
                </a:lnTo>
                <a:lnTo>
                  <a:pt x="284583" y="123571"/>
                </a:lnTo>
                <a:lnTo>
                  <a:pt x="282225" y="140525"/>
                </a:lnTo>
                <a:lnTo>
                  <a:pt x="265678" y="180911"/>
                </a:lnTo>
                <a:lnTo>
                  <a:pt x="234441" y="203200"/>
                </a:lnTo>
                <a:lnTo>
                  <a:pt x="237109" y="211836"/>
                </a:lnTo>
                <a:lnTo>
                  <a:pt x="277578" y="187707"/>
                </a:lnTo>
                <a:lnTo>
                  <a:pt x="300307" y="143335"/>
                </a:lnTo>
                <a:lnTo>
                  <a:pt x="304672" y="105917"/>
                </a:lnTo>
                <a:lnTo>
                  <a:pt x="303591" y="86776"/>
                </a:lnTo>
                <a:lnTo>
                  <a:pt x="303577" y="86536"/>
                </a:lnTo>
                <a:lnTo>
                  <a:pt x="287146" y="37084"/>
                </a:lnTo>
                <a:lnTo>
                  <a:pt x="252464" y="5544"/>
                </a:lnTo>
                <a:lnTo>
                  <a:pt x="237109" y="0"/>
                </a:lnTo>
                <a:close/>
              </a:path>
              <a:path w="304800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1"/>
                </a:lnTo>
                <a:lnTo>
                  <a:pt x="0" y="105917"/>
                </a:lnTo>
                <a:lnTo>
                  <a:pt x="992" y="123571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3" y="211836"/>
                </a:lnTo>
                <a:lnTo>
                  <a:pt x="70230" y="203200"/>
                </a:lnTo>
                <a:lnTo>
                  <a:pt x="58183" y="197866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7"/>
                </a:lnTo>
                <a:lnTo>
                  <a:pt x="19303" y="104901"/>
                </a:lnTo>
                <a:lnTo>
                  <a:pt x="20089" y="86776"/>
                </a:lnTo>
                <a:lnTo>
                  <a:pt x="31876" y="42163"/>
                </a:lnTo>
                <a:lnTo>
                  <a:pt x="58344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90980" y="1732997"/>
            <a:ext cx="5593080" cy="857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latin typeface="Tahoma"/>
                <a:cs typeface="Tahoma"/>
              </a:rPr>
              <a:t>If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900" spc="-45" dirty="0">
                <a:latin typeface="Tahoma"/>
                <a:cs typeface="Tahoma"/>
              </a:rPr>
              <a:t>P(A)</a:t>
            </a:r>
            <a:r>
              <a:rPr sz="19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and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900" spc="-45" dirty="0">
                <a:latin typeface="Tahoma"/>
                <a:cs typeface="Tahoma"/>
              </a:rPr>
              <a:t>P(B)</a:t>
            </a:r>
            <a:r>
              <a:rPr sz="1900" spc="-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probability of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two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events,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then</a:t>
            </a:r>
            <a:endParaRPr sz="1800">
              <a:latin typeface="Tahoma"/>
              <a:cs typeface="Tahoma"/>
            </a:endParaRPr>
          </a:p>
          <a:p>
            <a:pPr marL="3110865">
              <a:lnSpc>
                <a:spcPct val="100000"/>
              </a:lnSpc>
              <a:spcBef>
                <a:spcPts val="2115"/>
              </a:spcBef>
              <a:tabLst>
                <a:tab pos="4070985" algn="l"/>
                <a:tab pos="4841240" algn="l"/>
              </a:tabLst>
            </a:pP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𝐴</a:t>
            </a:r>
            <a:r>
              <a:rPr sz="1800" spc="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∪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𝐵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1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80" dirty="0">
                <a:latin typeface="Cambria Math"/>
                <a:cs typeface="Cambria Math"/>
              </a:rPr>
              <a:t> </a:t>
            </a:r>
            <a:r>
              <a:rPr sz="1800" spc="-60" dirty="0">
                <a:latin typeface="Cambria Math"/>
                <a:cs typeface="Cambria Math"/>
              </a:rPr>
              <a:t>𝐴</a:t>
            </a:r>
            <a:r>
              <a:rPr sz="1800" dirty="0">
                <a:latin typeface="Cambria Math"/>
                <a:cs typeface="Cambria Math"/>
              </a:rPr>
              <a:t>	+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7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𝐵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086981" y="2361310"/>
            <a:ext cx="708660" cy="212090"/>
          </a:xfrm>
          <a:custGeom>
            <a:avLst/>
            <a:gdLst/>
            <a:ahLst/>
            <a:cxnLst/>
            <a:rect l="l" t="t" r="r" b="b"/>
            <a:pathLst>
              <a:path w="708659" h="212089">
                <a:moveTo>
                  <a:pt x="640969" y="0"/>
                </a:moveTo>
                <a:lnTo>
                  <a:pt x="637921" y="8636"/>
                </a:lnTo>
                <a:lnTo>
                  <a:pt x="650206" y="13946"/>
                </a:lnTo>
                <a:lnTo>
                  <a:pt x="660765" y="21304"/>
                </a:lnTo>
                <a:lnTo>
                  <a:pt x="682156" y="55431"/>
                </a:lnTo>
                <a:lnTo>
                  <a:pt x="688408" y="86536"/>
                </a:lnTo>
                <a:lnTo>
                  <a:pt x="688443" y="86776"/>
                </a:lnTo>
                <a:lnTo>
                  <a:pt x="689228" y="104901"/>
                </a:lnTo>
                <a:lnTo>
                  <a:pt x="688443" y="123571"/>
                </a:lnTo>
                <a:lnTo>
                  <a:pt x="686085" y="140525"/>
                </a:lnTo>
                <a:lnTo>
                  <a:pt x="669538" y="180911"/>
                </a:lnTo>
                <a:lnTo>
                  <a:pt x="638301" y="203200"/>
                </a:lnTo>
                <a:lnTo>
                  <a:pt x="640969" y="211836"/>
                </a:lnTo>
                <a:lnTo>
                  <a:pt x="681438" y="187707"/>
                </a:lnTo>
                <a:lnTo>
                  <a:pt x="704167" y="143335"/>
                </a:lnTo>
                <a:lnTo>
                  <a:pt x="708533" y="105917"/>
                </a:lnTo>
                <a:lnTo>
                  <a:pt x="707451" y="86776"/>
                </a:lnTo>
                <a:lnTo>
                  <a:pt x="707437" y="86536"/>
                </a:lnTo>
                <a:lnTo>
                  <a:pt x="691007" y="37084"/>
                </a:lnTo>
                <a:lnTo>
                  <a:pt x="656324" y="5544"/>
                </a:lnTo>
                <a:lnTo>
                  <a:pt x="640969" y="0"/>
                </a:lnTo>
                <a:close/>
              </a:path>
              <a:path w="708659" h="212089">
                <a:moveTo>
                  <a:pt x="67564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1"/>
                </a:lnTo>
                <a:lnTo>
                  <a:pt x="0" y="105917"/>
                </a:lnTo>
                <a:lnTo>
                  <a:pt x="992" y="123571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4" y="211836"/>
                </a:lnTo>
                <a:lnTo>
                  <a:pt x="70230" y="203200"/>
                </a:lnTo>
                <a:lnTo>
                  <a:pt x="58183" y="197866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7"/>
                </a:lnTo>
                <a:lnTo>
                  <a:pt x="19303" y="104901"/>
                </a:lnTo>
                <a:lnTo>
                  <a:pt x="26376" y="55431"/>
                </a:lnTo>
                <a:lnTo>
                  <a:pt x="47815" y="21304"/>
                </a:lnTo>
                <a:lnTo>
                  <a:pt x="70612" y="8636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686168" y="2290953"/>
            <a:ext cx="10426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8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𝐴</a:t>
            </a:r>
            <a:r>
              <a:rPr sz="1800" spc="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∩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𝐵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55133" y="2909951"/>
            <a:ext cx="710565" cy="212090"/>
          </a:xfrm>
          <a:custGeom>
            <a:avLst/>
            <a:gdLst/>
            <a:ahLst/>
            <a:cxnLst/>
            <a:rect l="l" t="t" r="r" b="b"/>
            <a:pathLst>
              <a:path w="710564" h="212089">
                <a:moveTo>
                  <a:pt x="642492" y="0"/>
                </a:moveTo>
                <a:lnTo>
                  <a:pt x="639444" y="8636"/>
                </a:lnTo>
                <a:lnTo>
                  <a:pt x="651730" y="13946"/>
                </a:lnTo>
                <a:lnTo>
                  <a:pt x="662289" y="21304"/>
                </a:lnTo>
                <a:lnTo>
                  <a:pt x="683680" y="55431"/>
                </a:lnTo>
                <a:lnTo>
                  <a:pt x="690752" y="104901"/>
                </a:lnTo>
                <a:lnTo>
                  <a:pt x="689967" y="123571"/>
                </a:lnTo>
                <a:lnTo>
                  <a:pt x="678179" y="169290"/>
                </a:lnTo>
                <a:lnTo>
                  <a:pt x="651873" y="197865"/>
                </a:lnTo>
                <a:lnTo>
                  <a:pt x="639826" y="203200"/>
                </a:lnTo>
                <a:lnTo>
                  <a:pt x="642492" y="211836"/>
                </a:lnTo>
                <a:lnTo>
                  <a:pt x="682962" y="187707"/>
                </a:lnTo>
                <a:lnTo>
                  <a:pt x="705691" y="143335"/>
                </a:lnTo>
                <a:lnTo>
                  <a:pt x="710056" y="105918"/>
                </a:lnTo>
                <a:lnTo>
                  <a:pt x="708975" y="86776"/>
                </a:lnTo>
                <a:lnTo>
                  <a:pt x="708961" y="86536"/>
                </a:lnTo>
                <a:lnTo>
                  <a:pt x="692530" y="37084"/>
                </a:lnTo>
                <a:lnTo>
                  <a:pt x="657848" y="5544"/>
                </a:lnTo>
                <a:lnTo>
                  <a:pt x="642492" y="0"/>
                </a:lnTo>
                <a:close/>
              </a:path>
              <a:path w="710564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1"/>
                </a:lnTo>
                <a:lnTo>
                  <a:pt x="0" y="105918"/>
                </a:lnTo>
                <a:lnTo>
                  <a:pt x="992" y="123571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3" y="211836"/>
                </a:lnTo>
                <a:lnTo>
                  <a:pt x="70230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8"/>
                </a:lnTo>
                <a:lnTo>
                  <a:pt x="19303" y="104901"/>
                </a:lnTo>
                <a:lnTo>
                  <a:pt x="20089" y="86776"/>
                </a:lnTo>
                <a:lnTo>
                  <a:pt x="31876" y="42163"/>
                </a:lnTo>
                <a:lnTo>
                  <a:pt x="58344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A5E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401436" y="3184270"/>
            <a:ext cx="708660" cy="212090"/>
          </a:xfrm>
          <a:custGeom>
            <a:avLst/>
            <a:gdLst/>
            <a:ahLst/>
            <a:cxnLst/>
            <a:rect l="l" t="t" r="r" b="b"/>
            <a:pathLst>
              <a:path w="708660" h="212089">
                <a:moveTo>
                  <a:pt x="640968" y="0"/>
                </a:moveTo>
                <a:lnTo>
                  <a:pt x="637921" y="8636"/>
                </a:lnTo>
                <a:lnTo>
                  <a:pt x="650206" y="13946"/>
                </a:lnTo>
                <a:lnTo>
                  <a:pt x="660765" y="21304"/>
                </a:lnTo>
                <a:lnTo>
                  <a:pt x="682156" y="55431"/>
                </a:lnTo>
                <a:lnTo>
                  <a:pt x="689228" y="104901"/>
                </a:lnTo>
                <a:lnTo>
                  <a:pt x="688443" y="123571"/>
                </a:lnTo>
                <a:lnTo>
                  <a:pt x="676655" y="169290"/>
                </a:lnTo>
                <a:lnTo>
                  <a:pt x="650349" y="197865"/>
                </a:lnTo>
                <a:lnTo>
                  <a:pt x="638301" y="203200"/>
                </a:lnTo>
                <a:lnTo>
                  <a:pt x="640968" y="211836"/>
                </a:lnTo>
                <a:lnTo>
                  <a:pt x="681438" y="187707"/>
                </a:lnTo>
                <a:lnTo>
                  <a:pt x="704167" y="143335"/>
                </a:lnTo>
                <a:lnTo>
                  <a:pt x="708533" y="105917"/>
                </a:lnTo>
                <a:lnTo>
                  <a:pt x="707451" y="86776"/>
                </a:lnTo>
                <a:lnTo>
                  <a:pt x="707437" y="86536"/>
                </a:lnTo>
                <a:lnTo>
                  <a:pt x="691007" y="37083"/>
                </a:lnTo>
                <a:lnTo>
                  <a:pt x="656324" y="5544"/>
                </a:lnTo>
                <a:lnTo>
                  <a:pt x="640968" y="0"/>
                </a:lnTo>
                <a:close/>
              </a:path>
              <a:path w="708660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1"/>
                </a:lnTo>
                <a:lnTo>
                  <a:pt x="0" y="105917"/>
                </a:lnTo>
                <a:lnTo>
                  <a:pt x="992" y="123571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3" y="211836"/>
                </a:lnTo>
                <a:lnTo>
                  <a:pt x="70230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7"/>
                </a:lnTo>
                <a:lnTo>
                  <a:pt x="19303" y="104901"/>
                </a:lnTo>
                <a:lnTo>
                  <a:pt x="20089" y="86776"/>
                </a:lnTo>
                <a:lnTo>
                  <a:pt x="31876" y="42163"/>
                </a:lnTo>
                <a:lnTo>
                  <a:pt x="58344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A5E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597777" y="3184270"/>
            <a:ext cx="295910" cy="212090"/>
          </a:xfrm>
          <a:custGeom>
            <a:avLst/>
            <a:gdLst/>
            <a:ahLst/>
            <a:cxnLst/>
            <a:rect l="l" t="t" r="r" b="b"/>
            <a:pathLst>
              <a:path w="295909" h="212089">
                <a:moveTo>
                  <a:pt x="227965" y="0"/>
                </a:moveTo>
                <a:lnTo>
                  <a:pt x="224917" y="8636"/>
                </a:lnTo>
                <a:lnTo>
                  <a:pt x="237202" y="13946"/>
                </a:lnTo>
                <a:lnTo>
                  <a:pt x="247761" y="21304"/>
                </a:lnTo>
                <a:lnTo>
                  <a:pt x="269152" y="55431"/>
                </a:lnTo>
                <a:lnTo>
                  <a:pt x="275404" y="86536"/>
                </a:lnTo>
                <a:lnTo>
                  <a:pt x="275439" y="86776"/>
                </a:lnTo>
                <a:lnTo>
                  <a:pt x="276225" y="104901"/>
                </a:lnTo>
                <a:lnTo>
                  <a:pt x="275439" y="123571"/>
                </a:lnTo>
                <a:lnTo>
                  <a:pt x="273081" y="140525"/>
                </a:lnTo>
                <a:lnTo>
                  <a:pt x="256534" y="180911"/>
                </a:lnTo>
                <a:lnTo>
                  <a:pt x="225298" y="203200"/>
                </a:lnTo>
                <a:lnTo>
                  <a:pt x="227965" y="211836"/>
                </a:lnTo>
                <a:lnTo>
                  <a:pt x="268434" y="187707"/>
                </a:lnTo>
                <a:lnTo>
                  <a:pt x="291163" y="143335"/>
                </a:lnTo>
                <a:lnTo>
                  <a:pt x="295528" y="105917"/>
                </a:lnTo>
                <a:lnTo>
                  <a:pt x="294447" y="86776"/>
                </a:lnTo>
                <a:lnTo>
                  <a:pt x="294433" y="86536"/>
                </a:lnTo>
                <a:lnTo>
                  <a:pt x="278002" y="37083"/>
                </a:lnTo>
                <a:lnTo>
                  <a:pt x="243320" y="5544"/>
                </a:lnTo>
                <a:lnTo>
                  <a:pt x="227965" y="0"/>
                </a:lnTo>
                <a:close/>
              </a:path>
              <a:path w="295909" h="212089">
                <a:moveTo>
                  <a:pt x="67564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1"/>
                </a:lnTo>
                <a:lnTo>
                  <a:pt x="0" y="105917"/>
                </a:lnTo>
                <a:lnTo>
                  <a:pt x="992" y="123571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4" y="211836"/>
                </a:lnTo>
                <a:lnTo>
                  <a:pt x="70230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7"/>
                </a:lnTo>
                <a:lnTo>
                  <a:pt x="19303" y="104901"/>
                </a:lnTo>
                <a:lnTo>
                  <a:pt x="26376" y="55431"/>
                </a:lnTo>
                <a:lnTo>
                  <a:pt x="47815" y="21304"/>
                </a:lnTo>
                <a:lnTo>
                  <a:pt x="70612" y="8636"/>
                </a:lnTo>
                <a:lnTo>
                  <a:pt x="67564" y="0"/>
                </a:lnTo>
                <a:close/>
              </a:path>
            </a:pathLst>
          </a:custGeom>
          <a:solidFill>
            <a:srgbClr val="0A5E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53380" y="4281551"/>
            <a:ext cx="708660" cy="212090"/>
          </a:xfrm>
          <a:custGeom>
            <a:avLst/>
            <a:gdLst/>
            <a:ahLst/>
            <a:cxnLst/>
            <a:rect l="l" t="t" r="r" b="b"/>
            <a:pathLst>
              <a:path w="708660" h="212089">
                <a:moveTo>
                  <a:pt x="640969" y="0"/>
                </a:moveTo>
                <a:lnTo>
                  <a:pt x="637921" y="8636"/>
                </a:lnTo>
                <a:lnTo>
                  <a:pt x="650206" y="13946"/>
                </a:lnTo>
                <a:lnTo>
                  <a:pt x="660765" y="21304"/>
                </a:lnTo>
                <a:lnTo>
                  <a:pt x="682156" y="55431"/>
                </a:lnTo>
                <a:lnTo>
                  <a:pt x="689229" y="104901"/>
                </a:lnTo>
                <a:lnTo>
                  <a:pt x="688443" y="123570"/>
                </a:lnTo>
                <a:lnTo>
                  <a:pt x="676656" y="169291"/>
                </a:lnTo>
                <a:lnTo>
                  <a:pt x="650349" y="197866"/>
                </a:lnTo>
                <a:lnTo>
                  <a:pt x="638302" y="203200"/>
                </a:lnTo>
                <a:lnTo>
                  <a:pt x="640969" y="211836"/>
                </a:lnTo>
                <a:lnTo>
                  <a:pt x="681438" y="187707"/>
                </a:lnTo>
                <a:lnTo>
                  <a:pt x="704167" y="143335"/>
                </a:lnTo>
                <a:lnTo>
                  <a:pt x="708533" y="105918"/>
                </a:lnTo>
                <a:lnTo>
                  <a:pt x="707451" y="86776"/>
                </a:lnTo>
                <a:lnTo>
                  <a:pt x="707437" y="86536"/>
                </a:lnTo>
                <a:lnTo>
                  <a:pt x="691007" y="37084"/>
                </a:lnTo>
                <a:lnTo>
                  <a:pt x="656324" y="5544"/>
                </a:lnTo>
                <a:lnTo>
                  <a:pt x="640969" y="0"/>
                </a:lnTo>
                <a:close/>
              </a:path>
              <a:path w="708660" h="212089">
                <a:moveTo>
                  <a:pt x="67564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1"/>
                </a:lnTo>
                <a:lnTo>
                  <a:pt x="0" y="105918"/>
                </a:lnTo>
                <a:lnTo>
                  <a:pt x="992" y="123570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4" y="211836"/>
                </a:lnTo>
                <a:lnTo>
                  <a:pt x="70231" y="203200"/>
                </a:lnTo>
                <a:lnTo>
                  <a:pt x="58183" y="197866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8"/>
                </a:lnTo>
                <a:lnTo>
                  <a:pt x="19304" y="104901"/>
                </a:lnTo>
                <a:lnTo>
                  <a:pt x="20089" y="86776"/>
                </a:lnTo>
                <a:lnTo>
                  <a:pt x="31877" y="42163"/>
                </a:lnTo>
                <a:lnTo>
                  <a:pt x="58344" y="13946"/>
                </a:lnTo>
                <a:lnTo>
                  <a:pt x="70612" y="8636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149721" y="4281551"/>
            <a:ext cx="295910" cy="212090"/>
          </a:xfrm>
          <a:custGeom>
            <a:avLst/>
            <a:gdLst/>
            <a:ahLst/>
            <a:cxnLst/>
            <a:rect l="l" t="t" r="r" b="b"/>
            <a:pathLst>
              <a:path w="295910" h="212089">
                <a:moveTo>
                  <a:pt x="227964" y="0"/>
                </a:moveTo>
                <a:lnTo>
                  <a:pt x="224916" y="8636"/>
                </a:lnTo>
                <a:lnTo>
                  <a:pt x="237202" y="13946"/>
                </a:lnTo>
                <a:lnTo>
                  <a:pt x="247761" y="21304"/>
                </a:lnTo>
                <a:lnTo>
                  <a:pt x="269152" y="55431"/>
                </a:lnTo>
                <a:lnTo>
                  <a:pt x="276225" y="104901"/>
                </a:lnTo>
                <a:lnTo>
                  <a:pt x="275439" y="123570"/>
                </a:lnTo>
                <a:lnTo>
                  <a:pt x="263651" y="169291"/>
                </a:lnTo>
                <a:lnTo>
                  <a:pt x="237345" y="197866"/>
                </a:lnTo>
                <a:lnTo>
                  <a:pt x="225298" y="203200"/>
                </a:lnTo>
                <a:lnTo>
                  <a:pt x="227964" y="211836"/>
                </a:lnTo>
                <a:lnTo>
                  <a:pt x="268434" y="187707"/>
                </a:lnTo>
                <a:lnTo>
                  <a:pt x="291163" y="143335"/>
                </a:lnTo>
                <a:lnTo>
                  <a:pt x="295528" y="105918"/>
                </a:lnTo>
                <a:lnTo>
                  <a:pt x="294447" y="86776"/>
                </a:lnTo>
                <a:lnTo>
                  <a:pt x="294433" y="86536"/>
                </a:lnTo>
                <a:lnTo>
                  <a:pt x="278002" y="37084"/>
                </a:lnTo>
                <a:lnTo>
                  <a:pt x="243320" y="5544"/>
                </a:lnTo>
                <a:lnTo>
                  <a:pt x="227964" y="0"/>
                </a:lnTo>
                <a:close/>
              </a:path>
              <a:path w="295910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1"/>
                </a:lnTo>
                <a:lnTo>
                  <a:pt x="0" y="105918"/>
                </a:lnTo>
                <a:lnTo>
                  <a:pt x="992" y="123570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3" y="211836"/>
                </a:lnTo>
                <a:lnTo>
                  <a:pt x="70230" y="203200"/>
                </a:lnTo>
                <a:lnTo>
                  <a:pt x="58183" y="197866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8"/>
                </a:lnTo>
                <a:lnTo>
                  <a:pt x="19303" y="104901"/>
                </a:lnTo>
                <a:lnTo>
                  <a:pt x="20089" y="86776"/>
                </a:lnTo>
                <a:lnTo>
                  <a:pt x="31876" y="42163"/>
                </a:lnTo>
                <a:lnTo>
                  <a:pt x="58344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905625" y="4281551"/>
            <a:ext cx="304800" cy="212090"/>
          </a:xfrm>
          <a:custGeom>
            <a:avLst/>
            <a:gdLst/>
            <a:ahLst/>
            <a:cxnLst/>
            <a:rect l="l" t="t" r="r" b="b"/>
            <a:pathLst>
              <a:path w="304800" h="212089">
                <a:moveTo>
                  <a:pt x="237108" y="0"/>
                </a:moveTo>
                <a:lnTo>
                  <a:pt x="234060" y="8636"/>
                </a:lnTo>
                <a:lnTo>
                  <a:pt x="246346" y="13946"/>
                </a:lnTo>
                <a:lnTo>
                  <a:pt x="256905" y="21304"/>
                </a:lnTo>
                <a:lnTo>
                  <a:pt x="278296" y="55431"/>
                </a:lnTo>
                <a:lnTo>
                  <a:pt x="284548" y="86536"/>
                </a:lnTo>
                <a:lnTo>
                  <a:pt x="284583" y="86776"/>
                </a:lnTo>
                <a:lnTo>
                  <a:pt x="285369" y="104901"/>
                </a:lnTo>
                <a:lnTo>
                  <a:pt x="284583" y="123570"/>
                </a:lnTo>
                <a:lnTo>
                  <a:pt x="282225" y="140525"/>
                </a:lnTo>
                <a:lnTo>
                  <a:pt x="265678" y="180911"/>
                </a:lnTo>
                <a:lnTo>
                  <a:pt x="234442" y="203200"/>
                </a:lnTo>
                <a:lnTo>
                  <a:pt x="237108" y="211836"/>
                </a:lnTo>
                <a:lnTo>
                  <a:pt x="277578" y="187707"/>
                </a:lnTo>
                <a:lnTo>
                  <a:pt x="300307" y="143335"/>
                </a:lnTo>
                <a:lnTo>
                  <a:pt x="304673" y="105918"/>
                </a:lnTo>
                <a:lnTo>
                  <a:pt x="303591" y="86776"/>
                </a:lnTo>
                <a:lnTo>
                  <a:pt x="303577" y="86536"/>
                </a:lnTo>
                <a:lnTo>
                  <a:pt x="287147" y="37084"/>
                </a:lnTo>
                <a:lnTo>
                  <a:pt x="252464" y="5544"/>
                </a:lnTo>
                <a:lnTo>
                  <a:pt x="237108" y="0"/>
                </a:lnTo>
                <a:close/>
              </a:path>
              <a:path w="304800" h="212089">
                <a:moveTo>
                  <a:pt x="67564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1"/>
                </a:lnTo>
                <a:lnTo>
                  <a:pt x="0" y="105918"/>
                </a:lnTo>
                <a:lnTo>
                  <a:pt x="992" y="123570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4" y="211836"/>
                </a:lnTo>
                <a:lnTo>
                  <a:pt x="70230" y="203200"/>
                </a:lnTo>
                <a:lnTo>
                  <a:pt x="58183" y="197866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8"/>
                </a:lnTo>
                <a:lnTo>
                  <a:pt x="19303" y="104901"/>
                </a:lnTo>
                <a:lnTo>
                  <a:pt x="26376" y="55431"/>
                </a:lnTo>
                <a:lnTo>
                  <a:pt x="47815" y="21304"/>
                </a:lnTo>
                <a:lnTo>
                  <a:pt x="70611" y="8636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90980" y="2827610"/>
            <a:ext cx="6416675" cy="1684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220"/>
              </a:lnSpc>
              <a:spcBef>
                <a:spcPts val="95"/>
              </a:spcBef>
              <a:tabLst>
                <a:tab pos="4958080" algn="l"/>
              </a:tabLst>
            </a:pP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If</a:t>
            </a:r>
            <a:r>
              <a:rPr sz="1800" spc="-30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A5ED6"/>
                </a:solidFill>
                <a:latin typeface="Tahoma"/>
                <a:cs typeface="Tahoma"/>
              </a:rPr>
              <a:t>A</a:t>
            </a:r>
            <a:r>
              <a:rPr sz="1900" spc="-75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and</a:t>
            </a:r>
            <a:r>
              <a:rPr sz="1800" spc="-35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A5ED6"/>
                </a:solidFill>
                <a:latin typeface="Tahoma"/>
                <a:cs typeface="Tahoma"/>
              </a:rPr>
              <a:t>B</a:t>
            </a:r>
            <a:r>
              <a:rPr sz="1900" spc="-55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are</a:t>
            </a:r>
            <a:r>
              <a:rPr sz="1800" spc="-35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mutually</a:t>
            </a:r>
            <a:r>
              <a:rPr sz="1800" spc="-30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exclusive,</a:t>
            </a:r>
            <a:r>
              <a:rPr sz="1800" spc="-35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then</a:t>
            </a:r>
            <a:r>
              <a:rPr sz="1800" spc="-35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Cambria Math"/>
                <a:cs typeface="Cambria Math"/>
              </a:rPr>
              <a:t>𝑃</a:t>
            </a:r>
            <a:r>
              <a:rPr sz="1800" spc="340" dirty="0">
                <a:solidFill>
                  <a:srgbClr val="0A5ED6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A5ED6"/>
                </a:solidFill>
                <a:latin typeface="Cambria Math"/>
                <a:cs typeface="Cambria Math"/>
              </a:rPr>
              <a:t>𝐴</a:t>
            </a:r>
            <a:r>
              <a:rPr sz="1800" spc="-5" dirty="0">
                <a:solidFill>
                  <a:srgbClr val="0A5ED6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A5ED6"/>
                </a:solidFill>
                <a:latin typeface="Cambria Math"/>
                <a:cs typeface="Cambria Math"/>
              </a:rPr>
              <a:t>∩</a:t>
            </a:r>
            <a:r>
              <a:rPr sz="1800" spc="-20" dirty="0">
                <a:solidFill>
                  <a:srgbClr val="0A5ED6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0A5ED6"/>
                </a:solidFill>
                <a:latin typeface="Cambria Math"/>
                <a:cs typeface="Cambria Math"/>
              </a:rPr>
              <a:t>𝐵</a:t>
            </a:r>
            <a:r>
              <a:rPr sz="1800" dirty="0">
                <a:solidFill>
                  <a:srgbClr val="0A5ED6"/>
                </a:solidFill>
                <a:latin typeface="Cambria Math"/>
                <a:cs typeface="Cambria Math"/>
              </a:rPr>
              <a:t>	=</a:t>
            </a:r>
            <a:r>
              <a:rPr sz="1800" spc="100" dirty="0">
                <a:solidFill>
                  <a:srgbClr val="0A5ED6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0A5ED6"/>
                </a:solidFill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ts val="2220"/>
              </a:lnSpc>
              <a:tabLst>
                <a:tab pos="5104765" algn="l"/>
              </a:tabLst>
            </a:pP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If</a:t>
            </a:r>
            <a:r>
              <a:rPr sz="1800" spc="-30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A5ED6"/>
                </a:solidFill>
                <a:latin typeface="Tahoma"/>
                <a:cs typeface="Tahoma"/>
              </a:rPr>
              <a:t>A</a:t>
            </a:r>
            <a:r>
              <a:rPr sz="1900" spc="-80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and</a:t>
            </a:r>
            <a:r>
              <a:rPr sz="1800" spc="-30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A5ED6"/>
                </a:solidFill>
                <a:latin typeface="Tahoma"/>
                <a:cs typeface="Tahoma"/>
              </a:rPr>
              <a:t>B</a:t>
            </a:r>
            <a:r>
              <a:rPr sz="1900" spc="-60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are</a:t>
            </a:r>
            <a:r>
              <a:rPr sz="1800" spc="-30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independent</a:t>
            </a:r>
            <a:r>
              <a:rPr sz="1800" spc="-35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events,</a:t>
            </a:r>
            <a:r>
              <a:rPr sz="1800" spc="-30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then</a:t>
            </a:r>
            <a:r>
              <a:rPr sz="1800" spc="-35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Cambria Math"/>
                <a:cs typeface="Cambria Math"/>
              </a:rPr>
              <a:t>𝑃</a:t>
            </a:r>
            <a:r>
              <a:rPr sz="1800" spc="340" dirty="0">
                <a:solidFill>
                  <a:srgbClr val="0A5ED6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A5ED6"/>
                </a:solidFill>
                <a:latin typeface="Cambria Math"/>
                <a:cs typeface="Cambria Math"/>
              </a:rPr>
              <a:t>𝐴</a:t>
            </a:r>
            <a:r>
              <a:rPr sz="1800" spc="-5" dirty="0">
                <a:solidFill>
                  <a:srgbClr val="0A5ED6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A5ED6"/>
                </a:solidFill>
                <a:latin typeface="Cambria Math"/>
                <a:cs typeface="Cambria Math"/>
              </a:rPr>
              <a:t>∩</a:t>
            </a:r>
            <a:r>
              <a:rPr sz="1800" spc="-30" dirty="0">
                <a:solidFill>
                  <a:srgbClr val="0A5ED6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0A5ED6"/>
                </a:solidFill>
                <a:latin typeface="Cambria Math"/>
                <a:cs typeface="Cambria Math"/>
              </a:rPr>
              <a:t>𝐵</a:t>
            </a:r>
            <a:r>
              <a:rPr sz="1800" dirty="0">
                <a:solidFill>
                  <a:srgbClr val="0A5ED6"/>
                </a:solidFill>
                <a:latin typeface="Cambria Math"/>
                <a:cs typeface="Cambria Math"/>
              </a:rPr>
              <a:t>	=</a:t>
            </a:r>
            <a:r>
              <a:rPr sz="1800" spc="100" dirty="0">
                <a:solidFill>
                  <a:srgbClr val="0A5ED6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A5ED6"/>
                </a:solidFill>
                <a:latin typeface="Cambria Math"/>
                <a:cs typeface="Cambria Math"/>
              </a:rPr>
              <a:t>𝑃</a:t>
            </a:r>
            <a:r>
              <a:rPr sz="1800" spc="385" dirty="0">
                <a:solidFill>
                  <a:srgbClr val="0A5ED6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A5ED6"/>
                </a:solidFill>
                <a:latin typeface="Cambria Math"/>
                <a:cs typeface="Cambria Math"/>
              </a:rPr>
              <a:t>𝐴</a:t>
            </a:r>
            <a:r>
              <a:rPr sz="1800" spc="355" dirty="0">
                <a:solidFill>
                  <a:srgbClr val="0A5ED6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A5ED6"/>
                </a:solidFill>
                <a:latin typeface="Cambria Math"/>
                <a:cs typeface="Cambria Math"/>
              </a:rPr>
              <a:t>.</a:t>
            </a:r>
            <a:r>
              <a:rPr sz="1800" spc="-90" dirty="0">
                <a:solidFill>
                  <a:srgbClr val="0A5ED6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0A5ED6"/>
                </a:solidFill>
                <a:latin typeface="Cambria Math"/>
                <a:cs typeface="Cambria Math"/>
              </a:rPr>
              <a:t>𝑃(𝐵)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ahoma"/>
                <a:cs typeface="Tahoma"/>
              </a:rPr>
              <a:t>Thus,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for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mutually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exclusive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events</a:t>
            </a:r>
            <a:endParaRPr sz="1800">
              <a:latin typeface="Tahoma"/>
              <a:cs typeface="Tahoma"/>
            </a:endParaRPr>
          </a:p>
          <a:p>
            <a:pPr marL="3696335">
              <a:lnSpc>
                <a:spcPct val="100000"/>
              </a:lnSpc>
              <a:spcBef>
                <a:spcPts val="2140"/>
              </a:spcBef>
              <a:tabLst>
                <a:tab pos="4656455" algn="l"/>
                <a:tab pos="5426075" algn="l"/>
              </a:tabLst>
            </a:pP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𝐴</a:t>
            </a:r>
            <a:r>
              <a:rPr sz="1800" spc="2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∪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𝐵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8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𝐴</a:t>
            </a:r>
            <a:r>
              <a:rPr sz="1800" dirty="0">
                <a:latin typeface="Cambria Math"/>
                <a:cs typeface="Cambria Math"/>
              </a:rPr>
              <a:t>	+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7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𝐵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Conditional</a:t>
            </a:r>
            <a:r>
              <a:rPr spc="-140" dirty="0"/>
              <a:t> </a:t>
            </a:r>
            <a:r>
              <a:rPr spc="-10" dirty="0"/>
              <a:t>probability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2140"/>
              </a:lnSpc>
              <a:spcBef>
                <a:spcPts val="185"/>
              </a:spcBef>
              <a:tabLst>
                <a:tab pos="303530" algn="l"/>
                <a:tab pos="1096010" algn="l"/>
                <a:tab pos="1548765" algn="l"/>
                <a:tab pos="2823210" algn="l"/>
                <a:tab pos="3408045" algn="l"/>
                <a:tab pos="3999229" algn="l"/>
                <a:tab pos="5184140" algn="l"/>
                <a:tab pos="5470525" algn="l"/>
                <a:tab pos="6616700" algn="l"/>
                <a:tab pos="6990080" algn="l"/>
                <a:tab pos="8209280" algn="l"/>
                <a:tab pos="9444355" algn="l"/>
              </a:tabLst>
            </a:pPr>
            <a:r>
              <a:rPr spc="-25" dirty="0"/>
              <a:t>If</a:t>
            </a:r>
            <a:r>
              <a:rPr dirty="0"/>
              <a:t>	</a:t>
            </a:r>
            <a:r>
              <a:rPr spc="-10" dirty="0"/>
              <a:t>events</a:t>
            </a:r>
            <a:r>
              <a:rPr dirty="0"/>
              <a:t>	</a:t>
            </a:r>
            <a:r>
              <a:rPr spc="-25" dirty="0"/>
              <a:t>are</a:t>
            </a:r>
            <a:r>
              <a:rPr dirty="0"/>
              <a:t>	</a:t>
            </a:r>
            <a:r>
              <a:rPr spc="-10" dirty="0"/>
              <a:t>dependent,</a:t>
            </a:r>
            <a:r>
              <a:rPr dirty="0"/>
              <a:t>	</a:t>
            </a:r>
            <a:r>
              <a:rPr spc="-20" dirty="0"/>
              <a:t>then</a:t>
            </a:r>
            <a:r>
              <a:rPr dirty="0"/>
              <a:t>	</a:t>
            </a:r>
            <a:r>
              <a:rPr spc="-10" dirty="0"/>
              <a:t>their</a:t>
            </a:r>
            <a:r>
              <a:rPr dirty="0"/>
              <a:t>	</a:t>
            </a:r>
            <a:r>
              <a:rPr spc="-10" dirty="0"/>
              <a:t>probability</a:t>
            </a:r>
            <a:r>
              <a:rPr dirty="0"/>
              <a:t>	</a:t>
            </a:r>
            <a:r>
              <a:rPr spc="-25" dirty="0"/>
              <a:t>is</a:t>
            </a:r>
            <a:r>
              <a:rPr dirty="0"/>
              <a:t>	</a:t>
            </a:r>
            <a:r>
              <a:rPr spc="-10" dirty="0"/>
              <a:t>expressed</a:t>
            </a:r>
            <a:r>
              <a:rPr dirty="0"/>
              <a:t>	</a:t>
            </a:r>
            <a:r>
              <a:rPr spc="-25" dirty="0"/>
              <a:t>by</a:t>
            </a:r>
            <a:r>
              <a:rPr dirty="0"/>
              <a:t>	</a:t>
            </a:r>
            <a:r>
              <a:rPr spc="-10" dirty="0"/>
              <a:t>conditional</a:t>
            </a:r>
            <a:r>
              <a:rPr dirty="0"/>
              <a:t>	</a:t>
            </a:r>
            <a:r>
              <a:rPr spc="-10" dirty="0"/>
              <a:t>probability.</a:t>
            </a:r>
            <a:r>
              <a:rPr dirty="0"/>
              <a:t>	</a:t>
            </a:r>
            <a:r>
              <a:rPr spc="-25" dirty="0"/>
              <a:t>The </a:t>
            </a:r>
            <a:r>
              <a:rPr dirty="0"/>
              <a:t>probability</a:t>
            </a:r>
            <a:r>
              <a:rPr spc="-10" dirty="0"/>
              <a:t> </a:t>
            </a:r>
            <a:r>
              <a:rPr dirty="0"/>
              <a:t>that</a:t>
            </a:r>
            <a:r>
              <a:rPr spc="-50" dirty="0"/>
              <a:t> </a:t>
            </a:r>
            <a:r>
              <a:rPr sz="1900" dirty="0"/>
              <a:t>A</a:t>
            </a:r>
            <a:r>
              <a:rPr sz="1900" spc="-75" dirty="0"/>
              <a:t> </a:t>
            </a:r>
            <a:r>
              <a:rPr dirty="0"/>
              <a:t>occurs</a:t>
            </a:r>
            <a:r>
              <a:rPr spc="-65" dirty="0"/>
              <a:t> </a:t>
            </a:r>
            <a:r>
              <a:rPr dirty="0"/>
              <a:t>given</a:t>
            </a:r>
            <a:r>
              <a:rPr spc="-40" dirty="0"/>
              <a:t> </a:t>
            </a:r>
            <a:r>
              <a:rPr dirty="0"/>
              <a:t>that</a:t>
            </a:r>
            <a:r>
              <a:rPr spc="-50" dirty="0"/>
              <a:t> </a:t>
            </a:r>
            <a:r>
              <a:rPr sz="1900" dirty="0"/>
              <a:t>B</a:t>
            </a:r>
            <a:r>
              <a:rPr sz="1900" spc="-75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dirty="0"/>
              <a:t>denoted</a:t>
            </a:r>
            <a:r>
              <a:rPr spc="-50" dirty="0"/>
              <a:t> </a:t>
            </a:r>
            <a:r>
              <a:rPr dirty="0"/>
              <a:t>by</a:t>
            </a:r>
            <a:r>
              <a:rPr spc="-45" dirty="0"/>
              <a:t> </a:t>
            </a:r>
            <a:r>
              <a:rPr spc="-10" dirty="0">
                <a:latin typeface="Cambria Math"/>
                <a:cs typeface="Cambria Math"/>
              </a:rPr>
              <a:t>𝑃(𝐴|𝐵)</a:t>
            </a:r>
            <a:r>
              <a:rPr spc="-10" dirty="0"/>
              <a:t>.</a:t>
            </a:r>
            <a:endParaRPr sz="1900">
              <a:latin typeface="Cambria Math"/>
              <a:cs typeface="Cambria Math"/>
            </a:endParaRPr>
          </a:p>
          <a:p>
            <a:pPr marL="12700">
              <a:lnSpc>
                <a:spcPts val="2210"/>
              </a:lnSpc>
              <a:spcBef>
                <a:spcPts val="2014"/>
              </a:spcBef>
            </a:pPr>
            <a:r>
              <a:rPr dirty="0"/>
              <a:t>Suppose,</a:t>
            </a:r>
            <a:r>
              <a:rPr spc="200" dirty="0"/>
              <a:t> </a:t>
            </a:r>
            <a:r>
              <a:rPr sz="1900" dirty="0"/>
              <a:t>A</a:t>
            </a:r>
            <a:r>
              <a:rPr sz="1900" spc="175" dirty="0"/>
              <a:t> </a:t>
            </a:r>
            <a:r>
              <a:rPr dirty="0"/>
              <a:t>and</a:t>
            </a:r>
            <a:r>
              <a:rPr spc="204" dirty="0"/>
              <a:t> </a:t>
            </a:r>
            <a:r>
              <a:rPr sz="1900" dirty="0"/>
              <a:t>B</a:t>
            </a:r>
            <a:r>
              <a:rPr sz="1900" spc="170" dirty="0"/>
              <a:t> </a:t>
            </a:r>
            <a:r>
              <a:rPr dirty="0"/>
              <a:t>are</a:t>
            </a:r>
            <a:r>
              <a:rPr spc="204" dirty="0"/>
              <a:t> </a:t>
            </a:r>
            <a:r>
              <a:rPr dirty="0"/>
              <a:t>two</a:t>
            </a:r>
            <a:r>
              <a:rPr spc="204" dirty="0"/>
              <a:t> </a:t>
            </a:r>
            <a:r>
              <a:rPr dirty="0"/>
              <a:t>events</a:t>
            </a:r>
            <a:r>
              <a:rPr spc="204" dirty="0"/>
              <a:t> </a:t>
            </a:r>
            <a:r>
              <a:rPr dirty="0"/>
              <a:t>associated</a:t>
            </a:r>
            <a:r>
              <a:rPr spc="210" dirty="0"/>
              <a:t> </a:t>
            </a:r>
            <a:r>
              <a:rPr dirty="0"/>
              <a:t>with</a:t>
            </a:r>
            <a:r>
              <a:rPr spc="210" dirty="0"/>
              <a:t> </a:t>
            </a:r>
            <a:r>
              <a:rPr dirty="0"/>
              <a:t>a</a:t>
            </a:r>
            <a:r>
              <a:rPr spc="215" dirty="0"/>
              <a:t> </a:t>
            </a:r>
            <a:r>
              <a:rPr dirty="0"/>
              <a:t>random</a:t>
            </a:r>
            <a:r>
              <a:rPr spc="204" dirty="0"/>
              <a:t> </a:t>
            </a:r>
            <a:r>
              <a:rPr dirty="0"/>
              <a:t>experiment.</a:t>
            </a:r>
            <a:r>
              <a:rPr spc="200" dirty="0"/>
              <a:t> </a:t>
            </a:r>
            <a:r>
              <a:rPr dirty="0"/>
              <a:t>The</a:t>
            </a:r>
            <a:r>
              <a:rPr spc="204" dirty="0"/>
              <a:t> </a:t>
            </a:r>
            <a:r>
              <a:rPr dirty="0"/>
              <a:t>probability</a:t>
            </a:r>
            <a:r>
              <a:rPr spc="220" dirty="0"/>
              <a:t> </a:t>
            </a:r>
            <a:r>
              <a:rPr dirty="0"/>
              <a:t>of</a:t>
            </a:r>
            <a:r>
              <a:rPr spc="210" dirty="0"/>
              <a:t> </a:t>
            </a:r>
            <a:r>
              <a:rPr sz="1900" spc="-50" dirty="0"/>
              <a:t>A</a:t>
            </a:r>
            <a:endParaRPr sz="1900"/>
          </a:p>
          <a:p>
            <a:pPr marL="12700">
              <a:lnSpc>
                <a:spcPts val="2210"/>
              </a:lnSpc>
            </a:pPr>
            <a:r>
              <a:rPr dirty="0"/>
              <a:t>under</a:t>
            </a:r>
            <a:r>
              <a:rPr spc="-3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condition</a:t>
            </a:r>
            <a:r>
              <a:rPr spc="-20" dirty="0"/>
              <a:t> </a:t>
            </a:r>
            <a:r>
              <a:rPr dirty="0"/>
              <a:t>that</a:t>
            </a:r>
            <a:r>
              <a:rPr spc="-30" dirty="0"/>
              <a:t> </a:t>
            </a:r>
            <a:r>
              <a:rPr sz="1900" dirty="0"/>
              <a:t>B</a:t>
            </a:r>
            <a:r>
              <a:rPr sz="1900" spc="-50" dirty="0"/>
              <a:t> </a:t>
            </a:r>
            <a:r>
              <a:rPr dirty="0"/>
              <a:t>has</a:t>
            </a:r>
            <a:r>
              <a:rPr spc="-35" dirty="0"/>
              <a:t> </a:t>
            </a:r>
            <a:r>
              <a:rPr dirty="0"/>
              <a:t>already</a:t>
            </a:r>
            <a:r>
              <a:rPr spc="-5" dirty="0"/>
              <a:t> </a:t>
            </a:r>
            <a:r>
              <a:rPr dirty="0"/>
              <a:t>occurred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>
                <a:latin typeface="Cambria Math"/>
                <a:cs typeface="Cambria Math"/>
              </a:rPr>
              <a:t>𝑃(𝐵)</a:t>
            </a:r>
            <a:r>
              <a:rPr spc="80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≠</a:t>
            </a:r>
            <a:r>
              <a:rPr spc="90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0</a:t>
            </a:r>
            <a:r>
              <a:rPr spc="140" dirty="0">
                <a:latin typeface="Cambria Math"/>
                <a:cs typeface="Cambria Math"/>
              </a:rPr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given</a:t>
            </a:r>
            <a:r>
              <a:rPr spc="-20" dirty="0"/>
              <a:t> </a:t>
            </a:r>
            <a:r>
              <a:rPr spc="-25" dirty="0"/>
              <a:t>by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98316" y="3601846"/>
            <a:ext cx="525780" cy="212090"/>
          </a:xfrm>
          <a:custGeom>
            <a:avLst/>
            <a:gdLst/>
            <a:ahLst/>
            <a:cxnLst/>
            <a:rect l="l" t="t" r="r" b="b"/>
            <a:pathLst>
              <a:path w="525779" h="212089">
                <a:moveTo>
                  <a:pt x="266954" y="1650"/>
                </a:moveTo>
                <a:lnTo>
                  <a:pt x="249809" y="1650"/>
                </a:lnTo>
                <a:lnTo>
                  <a:pt x="249809" y="209295"/>
                </a:lnTo>
                <a:lnTo>
                  <a:pt x="266954" y="209295"/>
                </a:lnTo>
                <a:lnTo>
                  <a:pt x="266954" y="1650"/>
                </a:lnTo>
                <a:close/>
              </a:path>
              <a:path w="525779" h="212089">
                <a:moveTo>
                  <a:pt x="458088" y="0"/>
                </a:moveTo>
                <a:lnTo>
                  <a:pt x="455041" y="8635"/>
                </a:lnTo>
                <a:lnTo>
                  <a:pt x="467326" y="13946"/>
                </a:lnTo>
                <a:lnTo>
                  <a:pt x="477885" y="21304"/>
                </a:lnTo>
                <a:lnTo>
                  <a:pt x="499276" y="55431"/>
                </a:lnTo>
                <a:lnTo>
                  <a:pt x="506349" y="104901"/>
                </a:lnTo>
                <a:lnTo>
                  <a:pt x="505563" y="123570"/>
                </a:lnTo>
                <a:lnTo>
                  <a:pt x="493775" y="169290"/>
                </a:lnTo>
                <a:lnTo>
                  <a:pt x="467469" y="197865"/>
                </a:lnTo>
                <a:lnTo>
                  <a:pt x="455422" y="203200"/>
                </a:lnTo>
                <a:lnTo>
                  <a:pt x="458088" y="211835"/>
                </a:lnTo>
                <a:lnTo>
                  <a:pt x="498558" y="187707"/>
                </a:lnTo>
                <a:lnTo>
                  <a:pt x="521287" y="143335"/>
                </a:lnTo>
                <a:lnTo>
                  <a:pt x="525653" y="105917"/>
                </a:lnTo>
                <a:lnTo>
                  <a:pt x="524571" y="86776"/>
                </a:lnTo>
                <a:lnTo>
                  <a:pt x="524557" y="86536"/>
                </a:lnTo>
                <a:lnTo>
                  <a:pt x="508127" y="37083"/>
                </a:lnTo>
                <a:lnTo>
                  <a:pt x="473444" y="5544"/>
                </a:lnTo>
                <a:lnTo>
                  <a:pt x="458088" y="0"/>
                </a:lnTo>
                <a:close/>
              </a:path>
              <a:path w="525779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1"/>
                </a:lnTo>
                <a:lnTo>
                  <a:pt x="0" y="105917"/>
                </a:lnTo>
                <a:lnTo>
                  <a:pt x="992" y="123570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3" y="211835"/>
                </a:lnTo>
                <a:lnTo>
                  <a:pt x="70231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7"/>
                </a:lnTo>
                <a:lnTo>
                  <a:pt x="19304" y="104901"/>
                </a:lnTo>
                <a:lnTo>
                  <a:pt x="20089" y="86776"/>
                </a:lnTo>
                <a:lnTo>
                  <a:pt x="31877" y="42163"/>
                </a:lnTo>
                <a:lnTo>
                  <a:pt x="58344" y="13946"/>
                </a:lnTo>
                <a:lnTo>
                  <a:pt x="70612" y="8635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19754" y="3531870"/>
            <a:ext cx="972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88035" algn="l"/>
              </a:tabLst>
            </a:pP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𝐴</a:t>
            </a:r>
            <a:r>
              <a:rPr sz="1800" spc="19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𝐵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230371" y="3678668"/>
            <a:ext cx="897890" cy="15240"/>
          </a:xfrm>
          <a:custGeom>
            <a:avLst/>
            <a:gdLst/>
            <a:ahLst/>
            <a:cxnLst/>
            <a:rect l="l" t="t" r="r" b="b"/>
            <a:pathLst>
              <a:path w="897890" h="15239">
                <a:moveTo>
                  <a:pt x="897635" y="0"/>
                </a:moveTo>
                <a:lnTo>
                  <a:pt x="0" y="0"/>
                </a:lnTo>
                <a:lnTo>
                  <a:pt x="0" y="15239"/>
                </a:lnTo>
                <a:lnTo>
                  <a:pt x="897635" y="15239"/>
                </a:lnTo>
                <a:lnTo>
                  <a:pt x="8976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218433" y="3337926"/>
            <a:ext cx="923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𝑃(𝐴</a:t>
            </a:r>
            <a:r>
              <a:rPr sz="1800" spc="2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∩</a:t>
            </a:r>
            <a:r>
              <a:rPr sz="1800" spc="2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𝐵)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19600" y="3663758"/>
            <a:ext cx="520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mbria Math"/>
                <a:cs typeface="Cambria Math"/>
              </a:rPr>
              <a:t>𝑃(𝐵)</a:t>
            </a:r>
            <a:endParaRPr sz="1800" dirty="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Conditional</a:t>
            </a:r>
            <a:r>
              <a:rPr spc="-140" dirty="0"/>
              <a:t> </a:t>
            </a:r>
            <a:r>
              <a:rPr spc="-10" dirty="0"/>
              <a:t>probability</a:t>
            </a:r>
          </a:p>
        </p:txBody>
      </p:sp>
      <p:sp>
        <p:nvSpPr>
          <p:cNvPr id="3" name="object 3"/>
          <p:cNvSpPr/>
          <p:nvPr/>
        </p:nvSpPr>
        <p:spPr>
          <a:xfrm>
            <a:off x="4102989" y="1812670"/>
            <a:ext cx="708660" cy="212090"/>
          </a:xfrm>
          <a:custGeom>
            <a:avLst/>
            <a:gdLst/>
            <a:ahLst/>
            <a:cxnLst/>
            <a:rect l="l" t="t" r="r" b="b"/>
            <a:pathLst>
              <a:path w="708660" h="212089">
                <a:moveTo>
                  <a:pt x="640969" y="0"/>
                </a:moveTo>
                <a:lnTo>
                  <a:pt x="637921" y="8636"/>
                </a:lnTo>
                <a:lnTo>
                  <a:pt x="650206" y="13946"/>
                </a:lnTo>
                <a:lnTo>
                  <a:pt x="660765" y="21304"/>
                </a:lnTo>
                <a:lnTo>
                  <a:pt x="682156" y="55431"/>
                </a:lnTo>
                <a:lnTo>
                  <a:pt x="689228" y="104901"/>
                </a:lnTo>
                <a:lnTo>
                  <a:pt x="688443" y="123571"/>
                </a:lnTo>
                <a:lnTo>
                  <a:pt x="676656" y="169290"/>
                </a:lnTo>
                <a:lnTo>
                  <a:pt x="650349" y="197865"/>
                </a:lnTo>
                <a:lnTo>
                  <a:pt x="638301" y="203200"/>
                </a:lnTo>
                <a:lnTo>
                  <a:pt x="640969" y="211836"/>
                </a:lnTo>
                <a:lnTo>
                  <a:pt x="681438" y="187707"/>
                </a:lnTo>
                <a:lnTo>
                  <a:pt x="704167" y="143335"/>
                </a:lnTo>
                <a:lnTo>
                  <a:pt x="708533" y="105917"/>
                </a:lnTo>
                <a:lnTo>
                  <a:pt x="707451" y="86776"/>
                </a:lnTo>
                <a:lnTo>
                  <a:pt x="707437" y="86536"/>
                </a:lnTo>
                <a:lnTo>
                  <a:pt x="691007" y="37083"/>
                </a:lnTo>
                <a:lnTo>
                  <a:pt x="656324" y="5544"/>
                </a:lnTo>
                <a:lnTo>
                  <a:pt x="640969" y="0"/>
                </a:lnTo>
                <a:close/>
              </a:path>
              <a:path w="708660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1"/>
                </a:lnTo>
                <a:lnTo>
                  <a:pt x="0" y="105917"/>
                </a:lnTo>
                <a:lnTo>
                  <a:pt x="992" y="123571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3" y="211836"/>
                </a:lnTo>
                <a:lnTo>
                  <a:pt x="70231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7"/>
                </a:lnTo>
                <a:lnTo>
                  <a:pt x="19303" y="104901"/>
                </a:lnTo>
                <a:lnTo>
                  <a:pt x="20089" y="86776"/>
                </a:lnTo>
                <a:lnTo>
                  <a:pt x="31876" y="42163"/>
                </a:lnTo>
                <a:lnTo>
                  <a:pt x="58344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299328" y="1812670"/>
            <a:ext cx="295910" cy="212090"/>
          </a:xfrm>
          <a:custGeom>
            <a:avLst/>
            <a:gdLst/>
            <a:ahLst/>
            <a:cxnLst/>
            <a:rect l="l" t="t" r="r" b="b"/>
            <a:pathLst>
              <a:path w="295910" h="212089">
                <a:moveTo>
                  <a:pt x="227965" y="0"/>
                </a:moveTo>
                <a:lnTo>
                  <a:pt x="224917" y="8636"/>
                </a:lnTo>
                <a:lnTo>
                  <a:pt x="237202" y="13946"/>
                </a:lnTo>
                <a:lnTo>
                  <a:pt x="247761" y="21304"/>
                </a:lnTo>
                <a:lnTo>
                  <a:pt x="269152" y="55431"/>
                </a:lnTo>
                <a:lnTo>
                  <a:pt x="276225" y="104901"/>
                </a:lnTo>
                <a:lnTo>
                  <a:pt x="275439" y="123571"/>
                </a:lnTo>
                <a:lnTo>
                  <a:pt x="263651" y="169290"/>
                </a:lnTo>
                <a:lnTo>
                  <a:pt x="237345" y="197865"/>
                </a:lnTo>
                <a:lnTo>
                  <a:pt x="225298" y="203200"/>
                </a:lnTo>
                <a:lnTo>
                  <a:pt x="227965" y="211836"/>
                </a:lnTo>
                <a:lnTo>
                  <a:pt x="268434" y="187707"/>
                </a:lnTo>
                <a:lnTo>
                  <a:pt x="291163" y="143335"/>
                </a:lnTo>
                <a:lnTo>
                  <a:pt x="295529" y="105917"/>
                </a:lnTo>
                <a:lnTo>
                  <a:pt x="294447" y="86776"/>
                </a:lnTo>
                <a:lnTo>
                  <a:pt x="294433" y="86536"/>
                </a:lnTo>
                <a:lnTo>
                  <a:pt x="278003" y="37083"/>
                </a:lnTo>
                <a:lnTo>
                  <a:pt x="243320" y="5544"/>
                </a:lnTo>
                <a:lnTo>
                  <a:pt x="227965" y="0"/>
                </a:lnTo>
                <a:close/>
              </a:path>
              <a:path w="295910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1"/>
                </a:lnTo>
                <a:lnTo>
                  <a:pt x="0" y="105917"/>
                </a:lnTo>
                <a:lnTo>
                  <a:pt x="992" y="123571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3" y="211836"/>
                </a:lnTo>
                <a:lnTo>
                  <a:pt x="70231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7"/>
                </a:lnTo>
                <a:lnTo>
                  <a:pt x="19304" y="104901"/>
                </a:lnTo>
                <a:lnTo>
                  <a:pt x="20089" y="86776"/>
                </a:lnTo>
                <a:lnTo>
                  <a:pt x="31876" y="42163"/>
                </a:lnTo>
                <a:lnTo>
                  <a:pt x="58344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67780" y="1812670"/>
            <a:ext cx="525780" cy="212090"/>
          </a:xfrm>
          <a:custGeom>
            <a:avLst/>
            <a:gdLst/>
            <a:ahLst/>
            <a:cxnLst/>
            <a:rect l="l" t="t" r="r" b="b"/>
            <a:pathLst>
              <a:path w="525779" h="212089">
                <a:moveTo>
                  <a:pt x="276098" y="1650"/>
                </a:moveTo>
                <a:lnTo>
                  <a:pt x="258953" y="1650"/>
                </a:lnTo>
                <a:lnTo>
                  <a:pt x="258953" y="209295"/>
                </a:lnTo>
                <a:lnTo>
                  <a:pt x="276098" y="209295"/>
                </a:lnTo>
                <a:lnTo>
                  <a:pt x="276098" y="1650"/>
                </a:lnTo>
                <a:close/>
              </a:path>
              <a:path w="525779" h="212089">
                <a:moveTo>
                  <a:pt x="67564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1"/>
                </a:lnTo>
                <a:lnTo>
                  <a:pt x="0" y="105917"/>
                </a:lnTo>
                <a:lnTo>
                  <a:pt x="992" y="123571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4" y="211836"/>
                </a:lnTo>
                <a:lnTo>
                  <a:pt x="70231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7"/>
                </a:lnTo>
                <a:lnTo>
                  <a:pt x="19304" y="104901"/>
                </a:lnTo>
                <a:lnTo>
                  <a:pt x="20089" y="86776"/>
                </a:lnTo>
                <a:lnTo>
                  <a:pt x="31877" y="42163"/>
                </a:lnTo>
                <a:lnTo>
                  <a:pt x="58344" y="13946"/>
                </a:lnTo>
                <a:lnTo>
                  <a:pt x="70612" y="8636"/>
                </a:lnTo>
                <a:lnTo>
                  <a:pt x="67564" y="0"/>
                </a:lnTo>
                <a:close/>
              </a:path>
              <a:path w="525779" h="212089">
                <a:moveTo>
                  <a:pt x="458089" y="0"/>
                </a:moveTo>
                <a:lnTo>
                  <a:pt x="455041" y="8636"/>
                </a:lnTo>
                <a:lnTo>
                  <a:pt x="467326" y="13946"/>
                </a:lnTo>
                <a:lnTo>
                  <a:pt x="477885" y="21304"/>
                </a:lnTo>
                <a:lnTo>
                  <a:pt x="499276" y="55431"/>
                </a:lnTo>
                <a:lnTo>
                  <a:pt x="506349" y="104901"/>
                </a:lnTo>
                <a:lnTo>
                  <a:pt x="505563" y="123571"/>
                </a:lnTo>
                <a:lnTo>
                  <a:pt x="493776" y="169290"/>
                </a:lnTo>
                <a:lnTo>
                  <a:pt x="467469" y="197865"/>
                </a:lnTo>
                <a:lnTo>
                  <a:pt x="455422" y="203200"/>
                </a:lnTo>
                <a:lnTo>
                  <a:pt x="458089" y="211836"/>
                </a:lnTo>
                <a:lnTo>
                  <a:pt x="498558" y="187707"/>
                </a:lnTo>
                <a:lnTo>
                  <a:pt x="521287" y="143335"/>
                </a:lnTo>
                <a:lnTo>
                  <a:pt x="525653" y="105917"/>
                </a:lnTo>
                <a:lnTo>
                  <a:pt x="524571" y="86776"/>
                </a:lnTo>
                <a:lnTo>
                  <a:pt x="524557" y="86536"/>
                </a:lnTo>
                <a:lnTo>
                  <a:pt x="508127" y="37083"/>
                </a:lnTo>
                <a:lnTo>
                  <a:pt x="473444" y="5544"/>
                </a:lnTo>
                <a:lnTo>
                  <a:pt x="4580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884546" y="1742313"/>
            <a:ext cx="1589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𝐴</a:t>
            </a:r>
            <a:r>
              <a:rPr sz="1800" spc="37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.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8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𝐵</a:t>
            </a:r>
            <a:r>
              <a:rPr sz="1800" spc="23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𝐴</a:t>
            </a:r>
            <a:r>
              <a:rPr sz="1800" spc="35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,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41489" y="1812670"/>
            <a:ext cx="295910" cy="212090"/>
          </a:xfrm>
          <a:custGeom>
            <a:avLst/>
            <a:gdLst/>
            <a:ahLst/>
            <a:cxnLst/>
            <a:rect l="l" t="t" r="r" b="b"/>
            <a:pathLst>
              <a:path w="295909" h="212089">
                <a:moveTo>
                  <a:pt x="227964" y="0"/>
                </a:moveTo>
                <a:lnTo>
                  <a:pt x="224916" y="8636"/>
                </a:lnTo>
                <a:lnTo>
                  <a:pt x="237202" y="13946"/>
                </a:lnTo>
                <a:lnTo>
                  <a:pt x="247761" y="21304"/>
                </a:lnTo>
                <a:lnTo>
                  <a:pt x="269152" y="55431"/>
                </a:lnTo>
                <a:lnTo>
                  <a:pt x="275404" y="86536"/>
                </a:lnTo>
                <a:lnTo>
                  <a:pt x="275439" y="86776"/>
                </a:lnTo>
                <a:lnTo>
                  <a:pt x="276225" y="104901"/>
                </a:lnTo>
                <a:lnTo>
                  <a:pt x="275439" y="123571"/>
                </a:lnTo>
                <a:lnTo>
                  <a:pt x="273081" y="140525"/>
                </a:lnTo>
                <a:lnTo>
                  <a:pt x="256534" y="180911"/>
                </a:lnTo>
                <a:lnTo>
                  <a:pt x="225297" y="203200"/>
                </a:lnTo>
                <a:lnTo>
                  <a:pt x="227964" y="211836"/>
                </a:lnTo>
                <a:lnTo>
                  <a:pt x="268434" y="187707"/>
                </a:lnTo>
                <a:lnTo>
                  <a:pt x="291163" y="143335"/>
                </a:lnTo>
                <a:lnTo>
                  <a:pt x="295528" y="105917"/>
                </a:lnTo>
                <a:lnTo>
                  <a:pt x="294447" y="86776"/>
                </a:lnTo>
                <a:lnTo>
                  <a:pt x="294433" y="86536"/>
                </a:lnTo>
                <a:lnTo>
                  <a:pt x="278002" y="37083"/>
                </a:lnTo>
                <a:lnTo>
                  <a:pt x="243320" y="5544"/>
                </a:lnTo>
                <a:lnTo>
                  <a:pt x="227964" y="0"/>
                </a:lnTo>
                <a:close/>
              </a:path>
              <a:path w="295909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1"/>
                </a:lnTo>
                <a:lnTo>
                  <a:pt x="0" y="105917"/>
                </a:lnTo>
                <a:lnTo>
                  <a:pt x="992" y="123571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3" y="211836"/>
                </a:lnTo>
                <a:lnTo>
                  <a:pt x="70230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7"/>
                </a:lnTo>
                <a:lnTo>
                  <a:pt x="19303" y="104901"/>
                </a:lnTo>
                <a:lnTo>
                  <a:pt x="26376" y="55431"/>
                </a:lnTo>
                <a:lnTo>
                  <a:pt x="47815" y="21304"/>
                </a:lnTo>
                <a:lnTo>
                  <a:pt x="70611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673977" y="1742313"/>
            <a:ext cx="14236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745">
              <a:lnSpc>
                <a:spcPct val="100000"/>
              </a:lnSpc>
              <a:spcBef>
                <a:spcPts val="100"/>
              </a:spcBef>
              <a:tabLst>
                <a:tab pos="1047750" algn="l"/>
              </a:tabLst>
            </a:pPr>
            <a:r>
              <a:rPr sz="1800" dirty="0">
                <a:latin typeface="Cambria Math"/>
                <a:cs typeface="Cambria Math"/>
              </a:rPr>
              <a:t>𝑖𝑓</a:t>
            </a:r>
            <a:r>
              <a:rPr sz="1800" spc="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8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𝐴</a:t>
            </a:r>
            <a:r>
              <a:rPr sz="1800" dirty="0">
                <a:latin typeface="Cambria Math"/>
                <a:cs typeface="Cambria Math"/>
              </a:rPr>
              <a:t>	≠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mbria Math"/>
                <a:cs typeface="Cambria Math"/>
              </a:rPr>
              <a:t>𝑖𝑓</a:t>
            </a:r>
            <a:r>
              <a:rPr sz="1800" spc="6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𝑃(𝐵)</a:t>
            </a:r>
            <a:r>
              <a:rPr sz="1800" spc="12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≠</a:t>
            </a:r>
            <a:r>
              <a:rPr sz="1800" spc="114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20110" y="2016633"/>
            <a:ext cx="2317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ahoma"/>
                <a:cs typeface="Tahoma"/>
              </a:rPr>
              <a:t>or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49065" y="2086991"/>
            <a:ext cx="708660" cy="212090"/>
          </a:xfrm>
          <a:custGeom>
            <a:avLst/>
            <a:gdLst/>
            <a:ahLst/>
            <a:cxnLst/>
            <a:rect l="l" t="t" r="r" b="b"/>
            <a:pathLst>
              <a:path w="708660" h="212089">
                <a:moveTo>
                  <a:pt x="640969" y="0"/>
                </a:moveTo>
                <a:lnTo>
                  <a:pt x="637921" y="8636"/>
                </a:lnTo>
                <a:lnTo>
                  <a:pt x="650206" y="13946"/>
                </a:lnTo>
                <a:lnTo>
                  <a:pt x="660765" y="21304"/>
                </a:lnTo>
                <a:lnTo>
                  <a:pt x="682156" y="55431"/>
                </a:lnTo>
                <a:lnTo>
                  <a:pt x="689229" y="104901"/>
                </a:lnTo>
                <a:lnTo>
                  <a:pt x="688443" y="123571"/>
                </a:lnTo>
                <a:lnTo>
                  <a:pt x="676656" y="169291"/>
                </a:lnTo>
                <a:lnTo>
                  <a:pt x="650349" y="197865"/>
                </a:lnTo>
                <a:lnTo>
                  <a:pt x="638301" y="203200"/>
                </a:lnTo>
                <a:lnTo>
                  <a:pt x="640969" y="211836"/>
                </a:lnTo>
                <a:lnTo>
                  <a:pt x="681438" y="187707"/>
                </a:lnTo>
                <a:lnTo>
                  <a:pt x="704167" y="143335"/>
                </a:lnTo>
                <a:lnTo>
                  <a:pt x="708533" y="105918"/>
                </a:lnTo>
                <a:lnTo>
                  <a:pt x="707451" y="86776"/>
                </a:lnTo>
                <a:lnTo>
                  <a:pt x="707437" y="86536"/>
                </a:lnTo>
                <a:lnTo>
                  <a:pt x="691007" y="37084"/>
                </a:lnTo>
                <a:lnTo>
                  <a:pt x="656324" y="5544"/>
                </a:lnTo>
                <a:lnTo>
                  <a:pt x="640969" y="0"/>
                </a:lnTo>
                <a:close/>
              </a:path>
              <a:path w="708660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1"/>
                </a:lnTo>
                <a:lnTo>
                  <a:pt x="0" y="105918"/>
                </a:lnTo>
                <a:lnTo>
                  <a:pt x="992" y="123571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3" y="211836"/>
                </a:lnTo>
                <a:lnTo>
                  <a:pt x="70231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8"/>
                </a:lnTo>
                <a:lnTo>
                  <a:pt x="19304" y="104901"/>
                </a:lnTo>
                <a:lnTo>
                  <a:pt x="20089" y="86776"/>
                </a:lnTo>
                <a:lnTo>
                  <a:pt x="31876" y="42163"/>
                </a:lnTo>
                <a:lnTo>
                  <a:pt x="58344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768978" y="1742313"/>
            <a:ext cx="97599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64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𝐴</a:t>
            </a:r>
            <a:r>
              <a:rPr sz="1800" spc="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∩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𝐵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𝐴</a:t>
            </a:r>
            <a:r>
              <a:rPr sz="1800" spc="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∩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𝐵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143880" y="2086991"/>
            <a:ext cx="306705" cy="212090"/>
          </a:xfrm>
          <a:custGeom>
            <a:avLst/>
            <a:gdLst/>
            <a:ahLst/>
            <a:cxnLst/>
            <a:rect l="l" t="t" r="r" b="b"/>
            <a:pathLst>
              <a:path w="306704" h="212089">
                <a:moveTo>
                  <a:pt x="238633" y="0"/>
                </a:moveTo>
                <a:lnTo>
                  <a:pt x="235585" y="8636"/>
                </a:lnTo>
                <a:lnTo>
                  <a:pt x="247870" y="13946"/>
                </a:lnTo>
                <a:lnTo>
                  <a:pt x="258429" y="21304"/>
                </a:lnTo>
                <a:lnTo>
                  <a:pt x="279820" y="55431"/>
                </a:lnTo>
                <a:lnTo>
                  <a:pt x="286893" y="104901"/>
                </a:lnTo>
                <a:lnTo>
                  <a:pt x="286107" y="123571"/>
                </a:lnTo>
                <a:lnTo>
                  <a:pt x="274320" y="169291"/>
                </a:lnTo>
                <a:lnTo>
                  <a:pt x="248013" y="197865"/>
                </a:lnTo>
                <a:lnTo>
                  <a:pt x="235966" y="203200"/>
                </a:lnTo>
                <a:lnTo>
                  <a:pt x="238633" y="211836"/>
                </a:lnTo>
                <a:lnTo>
                  <a:pt x="279102" y="187707"/>
                </a:lnTo>
                <a:lnTo>
                  <a:pt x="301831" y="143335"/>
                </a:lnTo>
                <a:lnTo>
                  <a:pt x="306197" y="105918"/>
                </a:lnTo>
                <a:lnTo>
                  <a:pt x="305115" y="86776"/>
                </a:lnTo>
                <a:lnTo>
                  <a:pt x="305101" y="86536"/>
                </a:lnTo>
                <a:lnTo>
                  <a:pt x="288671" y="37084"/>
                </a:lnTo>
                <a:lnTo>
                  <a:pt x="253988" y="5544"/>
                </a:lnTo>
                <a:lnTo>
                  <a:pt x="238633" y="0"/>
                </a:lnTo>
                <a:close/>
              </a:path>
              <a:path w="306704" h="212089">
                <a:moveTo>
                  <a:pt x="67564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1"/>
                </a:lnTo>
                <a:lnTo>
                  <a:pt x="0" y="105918"/>
                </a:lnTo>
                <a:lnTo>
                  <a:pt x="992" y="123571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4" y="211836"/>
                </a:lnTo>
                <a:lnTo>
                  <a:pt x="70231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8"/>
                </a:lnTo>
                <a:lnTo>
                  <a:pt x="19304" y="104901"/>
                </a:lnTo>
                <a:lnTo>
                  <a:pt x="20089" y="86776"/>
                </a:lnTo>
                <a:lnTo>
                  <a:pt x="31877" y="42163"/>
                </a:lnTo>
                <a:lnTo>
                  <a:pt x="58344" y="13946"/>
                </a:lnTo>
                <a:lnTo>
                  <a:pt x="70612" y="8636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24525" y="2086991"/>
            <a:ext cx="524510" cy="212090"/>
          </a:xfrm>
          <a:custGeom>
            <a:avLst/>
            <a:gdLst/>
            <a:ahLst/>
            <a:cxnLst/>
            <a:rect l="l" t="t" r="r" b="b"/>
            <a:pathLst>
              <a:path w="524510" h="212089">
                <a:moveTo>
                  <a:pt x="265429" y="1650"/>
                </a:moveTo>
                <a:lnTo>
                  <a:pt x="248285" y="1650"/>
                </a:lnTo>
                <a:lnTo>
                  <a:pt x="248285" y="209296"/>
                </a:lnTo>
                <a:lnTo>
                  <a:pt x="265429" y="209296"/>
                </a:lnTo>
                <a:lnTo>
                  <a:pt x="265429" y="1650"/>
                </a:lnTo>
                <a:close/>
              </a:path>
              <a:path w="524510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1"/>
                </a:lnTo>
                <a:lnTo>
                  <a:pt x="0" y="105918"/>
                </a:lnTo>
                <a:lnTo>
                  <a:pt x="992" y="123571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3" y="211836"/>
                </a:lnTo>
                <a:lnTo>
                  <a:pt x="70230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8"/>
                </a:lnTo>
                <a:lnTo>
                  <a:pt x="19303" y="104901"/>
                </a:lnTo>
                <a:lnTo>
                  <a:pt x="20089" y="86776"/>
                </a:lnTo>
                <a:lnTo>
                  <a:pt x="31876" y="42163"/>
                </a:lnTo>
                <a:lnTo>
                  <a:pt x="58344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  <a:path w="524510" h="212089">
                <a:moveTo>
                  <a:pt x="456564" y="0"/>
                </a:moveTo>
                <a:lnTo>
                  <a:pt x="453516" y="8636"/>
                </a:lnTo>
                <a:lnTo>
                  <a:pt x="465802" y="13946"/>
                </a:lnTo>
                <a:lnTo>
                  <a:pt x="476361" y="21304"/>
                </a:lnTo>
                <a:lnTo>
                  <a:pt x="497752" y="55431"/>
                </a:lnTo>
                <a:lnTo>
                  <a:pt x="504825" y="104901"/>
                </a:lnTo>
                <a:lnTo>
                  <a:pt x="504039" y="123571"/>
                </a:lnTo>
                <a:lnTo>
                  <a:pt x="492251" y="169291"/>
                </a:lnTo>
                <a:lnTo>
                  <a:pt x="465945" y="197865"/>
                </a:lnTo>
                <a:lnTo>
                  <a:pt x="453898" y="203200"/>
                </a:lnTo>
                <a:lnTo>
                  <a:pt x="456564" y="211836"/>
                </a:lnTo>
                <a:lnTo>
                  <a:pt x="497034" y="187707"/>
                </a:lnTo>
                <a:lnTo>
                  <a:pt x="519763" y="143335"/>
                </a:lnTo>
                <a:lnTo>
                  <a:pt x="524128" y="105918"/>
                </a:lnTo>
                <a:lnTo>
                  <a:pt x="523047" y="86776"/>
                </a:lnTo>
                <a:lnTo>
                  <a:pt x="523033" y="86536"/>
                </a:lnTo>
                <a:lnTo>
                  <a:pt x="506602" y="37084"/>
                </a:lnTo>
                <a:lnTo>
                  <a:pt x="471920" y="5544"/>
                </a:lnTo>
                <a:lnTo>
                  <a:pt x="456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730622" y="2016633"/>
            <a:ext cx="1600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8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𝐵</a:t>
            </a:r>
            <a:r>
              <a:rPr sz="1800" spc="409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.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𝐴</a:t>
            </a:r>
            <a:r>
              <a:rPr sz="1800" spc="17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𝐵</a:t>
            </a:r>
            <a:r>
              <a:rPr sz="1800" spc="409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,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244721" y="3184270"/>
            <a:ext cx="1115695" cy="212090"/>
          </a:xfrm>
          <a:custGeom>
            <a:avLst/>
            <a:gdLst/>
            <a:ahLst/>
            <a:cxnLst/>
            <a:rect l="l" t="t" r="r" b="b"/>
            <a:pathLst>
              <a:path w="1115695" h="212089">
                <a:moveTo>
                  <a:pt x="1047876" y="0"/>
                </a:moveTo>
                <a:lnTo>
                  <a:pt x="1044828" y="8636"/>
                </a:lnTo>
                <a:lnTo>
                  <a:pt x="1057114" y="13946"/>
                </a:lnTo>
                <a:lnTo>
                  <a:pt x="1067673" y="21304"/>
                </a:lnTo>
                <a:lnTo>
                  <a:pt x="1089064" y="55431"/>
                </a:lnTo>
                <a:lnTo>
                  <a:pt x="1096137" y="104901"/>
                </a:lnTo>
                <a:lnTo>
                  <a:pt x="1095351" y="123571"/>
                </a:lnTo>
                <a:lnTo>
                  <a:pt x="1083564" y="169290"/>
                </a:lnTo>
                <a:lnTo>
                  <a:pt x="1057257" y="197865"/>
                </a:lnTo>
                <a:lnTo>
                  <a:pt x="1045209" y="203200"/>
                </a:lnTo>
                <a:lnTo>
                  <a:pt x="1047876" y="211836"/>
                </a:lnTo>
                <a:lnTo>
                  <a:pt x="1088346" y="187707"/>
                </a:lnTo>
                <a:lnTo>
                  <a:pt x="1111075" y="143335"/>
                </a:lnTo>
                <a:lnTo>
                  <a:pt x="1115440" y="105917"/>
                </a:lnTo>
                <a:lnTo>
                  <a:pt x="1114359" y="86776"/>
                </a:lnTo>
                <a:lnTo>
                  <a:pt x="1114345" y="86536"/>
                </a:lnTo>
                <a:lnTo>
                  <a:pt x="1097914" y="37083"/>
                </a:lnTo>
                <a:lnTo>
                  <a:pt x="1063232" y="5544"/>
                </a:lnTo>
                <a:lnTo>
                  <a:pt x="1047876" y="0"/>
                </a:lnTo>
                <a:close/>
              </a:path>
              <a:path w="1115695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1"/>
                </a:lnTo>
                <a:lnTo>
                  <a:pt x="0" y="105917"/>
                </a:lnTo>
                <a:lnTo>
                  <a:pt x="992" y="123571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3" y="211836"/>
                </a:lnTo>
                <a:lnTo>
                  <a:pt x="70230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7"/>
                </a:lnTo>
                <a:lnTo>
                  <a:pt x="19303" y="104901"/>
                </a:lnTo>
                <a:lnTo>
                  <a:pt x="20089" y="86776"/>
                </a:lnTo>
                <a:lnTo>
                  <a:pt x="31876" y="42163"/>
                </a:lnTo>
                <a:lnTo>
                  <a:pt x="58344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843396" y="3184270"/>
            <a:ext cx="295910" cy="212090"/>
          </a:xfrm>
          <a:custGeom>
            <a:avLst/>
            <a:gdLst/>
            <a:ahLst/>
            <a:cxnLst/>
            <a:rect l="l" t="t" r="r" b="b"/>
            <a:pathLst>
              <a:path w="295910" h="212089">
                <a:moveTo>
                  <a:pt x="227964" y="0"/>
                </a:moveTo>
                <a:lnTo>
                  <a:pt x="224916" y="8636"/>
                </a:lnTo>
                <a:lnTo>
                  <a:pt x="237202" y="13946"/>
                </a:lnTo>
                <a:lnTo>
                  <a:pt x="247761" y="21304"/>
                </a:lnTo>
                <a:lnTo>
                  <a:pt x="269152" y="55431"/>
                </a:lnTo>
                <a:lnTo>
                  <a:pt x="276225" y="104901"/>
                </a:lnTo>
                <a:lnTo>
                  <a:pt x="275439" y="123571"/>
                </a:lnTo>
                <a:lnTo>
                  <a:pt x="263651" y="169290"/>
                </a:lnTo>
                <a:lnTo>
                  <a:pt x="237345" y="197865"/>
                </a:lnTo>
                <a:lnTo>
                  <a:pt x="225298" y="203200"/>
                </a:lnTo>
                <a:lnTo>
                  <a:pt x="227964" y="211836"/>
                </a:lnTo>
                <a:lnTo>
                  <a:pt x="268434" y="187707"/>
                </a:lnTo>
                <a:lnTo>
                  <a:pt x="291163" y="143335"/>
                </a:lnTo>
                <a:lnTo>
                  <a:pt x="295528" y="105917"/>
                </a:lnTo>
                <a:lnTo>
                  <a:pt x="294447" y="86776"/>
                </a:lnTo>
                <a:lnTo>
                  <a:pt x="294433" y="86536"/>
                </a:lnTo>
                <a:lnTo>
                  <a:pt x="278002" y="37083"/>
                </a:lnTo>
                <a:lnTo>
                  <a:pt x="243320" y="5544"/>
                </a:lnTo>
                <a:lnTo>
                  <a:pt x="227964" y="0"/>
                </a:lnTo>
                <a:close/>
              </a:path>
              <a:path w="295910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1"/>
                </a:lnTo>
                <a:lnTo>
                  <a:pt x="0" y="105917"/>
                </a:lnTo>
                <a:lnTo>
                  <a:pt x="992" y="123571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3" y="211836"/>
                </a:lnTo>
                <a:lnTo>
                  <a:pt x="70230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7"/>
                </a:lnTo>
                <a:lnTo>
                  <a:pt x="19303" y="104901"/>
                </a:lnTo>
                <a:lnTo>
                  <a:pt x="20089" y="86776"/>
                </a:lnTo>
                <a:lnTo>
                  <a:pt x="31876" y="42163"/>
                </a:lnTo>
                <a:lnTo>
                  <a:pt x="58344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413372" y="3184270"/>
            <a:ext cx="304800" cy="212090"/>
          </a:xfrm>
          <a:custGeom>
            <a:avLst/>
            <a:gdLst/>
            <a:ahLst/>
            <a:cxnLst/>
            <a:rect l="l" t="t" r="r" b="b"/>
            <a:pathLst>
              <a:path w="304800" h="212089">
                <a:moveTo>
                  <a:pt x="237108" y="0"/>
                </a:moveTo>
                <a:lnTo>
                  <a:pt x="234060" y="8636"/>
                </a:lnTo>
                <a:lnTo>
                  <a:pt x="246346" y="13946"/>
                </a:lnTo>
                <a:lnTo>
                  <a:pt x="256905" y="21304"/>
                </a:lnTo>
                <a:lnTo>
                  <a:pt x="278296" y="55431"/>
                </a:lnTo>
                <a:lnTo>
                  <a:pt x="284548" y="86536"/>
                </a:lnTo>
                <a:lnTo>
                  <a:pt x="284583" y="86776"/>
                </a:lnTo>
                <a:lnTo>
                  <a:pt x="285369" y="104901"/>
                </a:lnTo>
                <a:lnTo>
                  <a:pt x="284583" y="123571"/>
                </a:lnTo>
                <a:lnTo>
                  <a:pt x="282225" y="140525"/>
                </a:lnTo>
                <a:lnTo>
                  <a:pt x="265678" y="180911"/>
                </a:lnTo>
                <a:lnTo>
                  <a:pt x="234442" y="203200"/>
                </a:lnTo>
                <a:lnTo>
                  <a:pt x="237108" y="211836"/>
                </a:lnTo>
                <a:lnTo>
                  <a:pt x="277578" y="187707"/>
                </a:lnTo>
                <a:lnTo>
                  <a:pt x="300307" y="143335"/>
                </a:lnTo>
                <a:lnTo>
                  <a:pt x="304673" y="105917"/>
                </a:lnTo>
                <a:lnTo>
                  <a:pt x="303591" y="86776"/>
                </a:lnTo>
                <a:lnTo>
                  <a:pt x="303577" y="86536"/>
                </a:lnTo>
                <a:lnTo>
                  <a:pt x="287147" y="37083"/>
                </a:lnTo>
                <a:lnTo>
                  <a:pt x="252464" y="5544"/>
                </a:lnTo>
                <a:lnTo>
                  <a:pt x="237108" y="0"/>
                </a:lnTo>
                <a:close/>
              </a:path>
              <a:path w="304800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1"/>
                </a:lnTo>
                <a:lnTo>
                  <a:pt x="0" y="105917"/>
                </a:lnTo>
                <a:lnTo>
                  <a:pt x="992" y="123571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3" y="211836"/>
                </a:lnTo>
                <a:lnTo>
                  <a:pt x="70230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7"/>
                </a:lnTo>
                <a:lnTo>
                  <a:pt x="19303" y="104901"/>
                </a:lnTo>
                <a:lnTo>
                  <a:pt x="20089" y="86776"/>
                </a:lnTo>
                <a:lnTo>
                  <a:pt x="31876" y="42163"/>
                </a:lnTo>
                <a:lnTo>
                  <a:pt x="58344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992493" y="3184270"/>
            <a:ext cx="929640" cy="212090"/>
          </a:xfrm>
          <a:custGeom>
            <a:avLst/>
            <a:gdLst/>
            <a:ahLst/>
            <a:cxnLst/>
            <a:rect l="l" t="t" r="r" b="b"/>
            <a:pathLst>
              <a:path w="929640" h="212089">
                <a:moveTo>
                  <a:pt x="265429" y="1650"/>
                </a:moveTo>
                <a:lnTo>
                  <a:pt x="248284" y="1650"/>
                </a:lnTo>
                <a:lnTo>
                  <a:pt x="248284" y="209295"/>
                </a:lnTo>
                <a:lnTo>
                  <a:pt x="265429" y="209295"/>
                </a:lnTo>
                <a:lnTo>
                  <a:pt x="265429" y="1650"/>
                </a:lnTo>
                <a:close/>
              </a:path>
              <a:path w="929640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1"/>
                </a:lnTo>
                <a:lnTo>
                  <a:pt x="0" y="105917"/>
                </a:lnTo>
                <a:lnTo>
                  <a:pt x="992" y="123571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3" y="211836"/>
                </a:lnTo>
                <a:lnTo>
                  <a:pt x="70230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7"/>
                </a:lnTo>
                <a:lnTo>
                  <a:pt x="19303" y="104901"/>
                </a:lnTo>
                <a:lnTo>
                  <a:pt x="26376" y="55431"/>
                </a:lnTo>
                <a:lnTo>
                  <a:pt x="47815" y="21304"/>
                </a:lnTo>
                <a:lnTo>
                  <a:pt x="70611" y="8636"/>
                </a:lnTo>
                <a:lnTo>
                  <a:pt x="67563" y="0"/>
                </a:lnTo>
                <a:close/>
              </a:path>
              <a:path w="929640" h="212089">
                <a:moveTo>
                  <a:pt x="861949" y="0"/>
                </a:moveTo>
                <a:lnTo>
                  <a:pt x="858901" y="8636"/>
                </a:lnTo>
                <a:lnTo>
                  <a:pt x="871186" y="13946"/>
                </a:lnTo>
                <a:lnTo>
                  <a:pt x="881745" y="21304"/>
                </a:lnTo>
                <a:lnTo>
                  <a:pt x="903136" y="55431"/>
                </a:lnTo>
                <a:lnTo>
                  <a:pt x="909388" y="86536"/>
                </a:lnTo>
                <a:lnTo>
                  <a:pt x="909423" y="86776"/>
                </a:lnTo>
                <a:lnTo>
                  <a:pt x="910208" y="104901"/>
                </a:lnTo>
                <a:lnTo>
                  <a:pt x="909423" y="123571"/>
                </a:lnTo>
                <a:lnTo>
                  <a:pt x="907065" y="140525"/>
                </a:lnTo>
                <a:lnTo>
                  <a:pt x="890518" y="180911"/>
                </a:lnTo>
                <a:lnTo>
                  <a:pt x="859281" y="203200"/>
                </a:lnTo>
                <a:lnTo>
                  <a:pt x="861949" y="211836"/>
                </a:lnTo>
                <a:lnTo>
                  <a:pt x="902418" y="187707"/>
                </a:lnTo>
                <a:lnTo>
                  <a:pt x="925147" y="143335"/>
                </a:lnTo>
                <a:lnTo>
                  <a:pt x="929512" y="105917"/>
                </a:lnTo>
                <a:lnTo>
                  <a:pt x="928431" y="86776"/>
                </a:lnTo>
                <a:lnTo>
                  <a:pt x="928417" y="86536"/>
                </a:lnTo>
                <a:lnTo>
                  <a:pt x="911986" y="37083"/>
                </a:lnTo>
                <a:lnTo>
                  <a:pt x="877304" y="5544"/>
                </a:lnTo>
                <a:lnTo>
                  <a:pt x="8619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307460" y="4281551"/>
            <a:ext cx="2520950" cy="212090"/>
          </a:xfrm>
          <a:custGeom>
            <a:avLst/>
            <a:gdLst/>
            <a:ahLst/>
            <a:cxnLst/>
            <a:rect l="l" t="t" r="r" b="b"/>
            <a:pathLst>
              <a:path w="2520950" h="212089">
                <a:moveTo>
                  <a:pt x="2453004" y="0"/>
                </a:moveTo>
                <a:lnTo>
                  <a:pt x="2449956" y="8636"/>
                </a:lnTo>
                <a:lnTo>
                  <a:pt x="2462242" y="13946"/>
                </a:lnTo>
                <a:lnTo>
                  <a:pt x="2472801" y="21304"/>
                </a:lnTo>
                <a:lnTo>
                  <a:pt x="2494192" y="55431"/>
                </a:lnTo>
                <a:lnTo>
                  <a:pt x="2501265" y="104901"/>
                </a:lnTo>
                <a:lnTo>
                  <a:pt x="2500479" y="123570"/>
                </a:lnTo>
                <a:lnTo>
                  <a:pt x="2488691" y="169291"/>
                </a:lnTo>
                <a:lnTo>
                  <a:pt x="2462385" y="197866"/>
                </a:lnTo>
                <a:lnTo>
                  <a:pt x="2450338" y="203200"/>
                </a:lnTo>
                <a:lnTo>
                  <a:pt x="2453004" y="211836"/>
                </a:lnTo>
                <a:lnTo>
                  <a:pt x="2493474" y="187707"/>
                </a:lnTo>
                <a:lnTo>
                  <a:pt x="2516203" y="143335"/>
                </a:lnTo>
                <a:lnTo>
                  <a:pt x="2520568" y="105918"/>
                </a:lnTo>
                <a:lnTo>
                  <a:pt x="2519487" y="86776"/>
                </a:lnTo>
                <a:lnTo>
                  <a:pt x="2519473" y="86536"/>
                </a:lnTo>
                <a:lnTo>
                  <a:pt x="2503042" y="37084"/>
                </a:lnTo>
                <a:lnTo>
                  <a:pt x="2468360" y="5544"/>
                </a:lnTo>
                <a:lnTo>
                  <a:pt x="2453004" y="0"/>
                </a:lnTo>
                <a:close/>
              </a:path>
              <a:path w="2520950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1"/>
                </a:lnTo>
                <a:lnTo>
                  <a:pt x="0" y="105918"/>
                </a:lnTo>
                <a:lnTo>
                  <a:pt x="992" y="123570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3" y="211836"/>
                </a:lnTo>
                <a:lnTo>
                  <a:pt x="70230" y="203200"/>
                </a:lnTo>
                <a:lnTo>
                  <a:pt x="58183" y="197866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8"/>
                </a:lnTo>
                <a:lnTo>
                  <a:pt x="19303" y="104901"/>
                </a:lnTo>
                <a:lnTo>
                  <a:pt x="20089" y="86776"/>
                </a:lnTo>
                <a:lnTo>
                  <a:pt x="31876" y="42163"/>
                </a:lnTo>
                <a:lnTo>
                  <a:pt x="58344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312789" y="4281551"/>
            <a:ext cx="396240" cy="212090"/>
          </a:xfrm>
          <a:custGeom>
            <a:avLst/>
            <a:gdLst/>
            <a:ahLst/>
            <a:cxnLst/>
            <a:rect l="l" t="t" r="r" b="b"/>
            <a:pathLst>
              <a:path w="396240" h="212089">
                <a:moveTo>
                  <a:pt x="328549" y="0"/>
                </a:moveTo>
                <a:lnTo>
                  <a:pt x="325501" y="8636"/>
                </a:lnTo>
                <a:lnTo>
                  <a:pt x="337786" y="13946"/>
                </a:lnTo>
                <a:lnTo>
                  <a:pt x="348345" y="21304"/>
                </a:lnTo>
                <a:lnTo>
                  <a:pt x="369736" y="55431"/>
                </a:lnTo>
                <a:lnTo>
                  <a:pt x="375988" y="86536"/>
                </a:lnTo>
                <a:lnTo>
                  <a:pt x="376023" y="86776"/>
                </a:lnTo>
                <a:lnTo>
                  <a:pt x="376809" y="104901"/>
                </a:lnTo>
                <a:lnTo>
                  <a:pt x="376023" y="123570"/>
                </a:lnTo>
                <a:lnTo>
                  <a:pt x="373665" y="140525"/>
                </a:lnTo>
                <a:lnTo>
                  <a:pt x="357118" y="180911"/>
                </a:lnTo>
                <a:lnTo>
                  <a:pt x="325882" y="203200"/>
                </a:lnTo>
                <a:lnTo>
                  <a:pt x="328549" y="211836"/>
                </a:lnTo>
                <a:lnTo>
                  <a:pt x="369018" y="187707"/>
                </a:lnTo>
                <a:lnTo>
                  <a:pt x="391747" y="143335"/>
                </a:lnTo>
                <a:lnTo>
                  <a:pt x="396113" y="105918"/>
                </a:lnTo>
                <a:lnTo>
                  <a:pt x="395031" y="86776"/>
                </a:lnTo>
                <a:lnTo>
                  <a:pt x="395017" y="86536"/>
                </a:lnTo>
                <a:lnTo>
                  <a:pt x="378587" y="37084"/>
                </a:lnTo>
                <a:lnTo>
                  <a:pt x="343904" y="5544"/>
                </a:lnTo>
                <a:lnTo>
                  <a:pt x="328549" y="0"/>
                </a:lnTo>
                <a:close/>
              </a:path>
              <a:path w="396240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1"/>
                </a:lnTo>
                <a:lnTo>
                  <a:pt x="0" y="105918"/>
                </a:lnTo>
                <a:lnTo>
                  <a:pt x="992" y="123570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3" y="211836"/>
                </a:lnTo>
                <a:lnTo>
                  <a:pt x="70231" y="203200"/>
                </a:lnTo>
                <a:lnTo>
                  <a:pt x="58183" y="197866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8"/>
                </a:lnTo>
                <a:lnTo>
                  <a:pt x="19303" y="104901"/>
                </a:lnTo>
                <a:lnTo>
                  <a:pt x="20089" y="86776"/>
                </a:lnTo>
                <a:lnTo>
                  <a:pt x="31876" y="42163"/>
                </a:lnTo>
                <a:lnTo>
                  <a:pt x="58344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980301" y="4281551"/>
            <a:ext cx="402590" cy="212090"/>
          </a:xfrm>
          <a:custGeom>
            <a:avLst/>
            <a:gdLst/>
            <a:ahLst/>
            <a:cxnLst/>
            <a:rect l="l" t="t" r="r" b="b"/>
            <a:pathLst>
              <a:path w="402590" h="212089">
                <a:moveTo>
                  <a:pt x="334645" y="0"/>
                </a:moveTo>
                <a:lnTo>
                  <a:pt x="331597" y="8636"/>
                </a:lnTo>
                <a:lnTo>
                  <a:pt x="343882" y="13946"/>
                </a:lnTo>
                <a:lnTo>
                  <a:pt x="354441" y="21304"/>
                </a:lnTo>
                <a:lnTo>
                  <a:pt x="375832" y="55431"/>
                </a:lnTo>
                <a:lnTo>
                  <a:pt x="382084" y="86536"/>
                </a:lnTo>
                <a:lnTo>
                  <a:pt x="382119" y="86776"/>
                </a:lnTo>
                <a:lnTo>
                  <a:pt x="382904" y="104901"/>
                </a:lnTo>
                <a:lnTo>
                  <a:pt x="382119" y="123570"/>
                </a:lnTo>
                <a:lnTo>
                  <a:pt x="379761" y="140525"/>
                </a:lnTo>
                <a:lnTo>
                  <a:pt x="363214" y="180911"/>
                </a:lnTo>
                <a:lnTo>
                  <a:pt x="331977" y="203200"/>
                </a:lnTo>
                <a:lnTo>
                  <a:pt x="334645" y="211836"/>
                </a:lnTo>
                <a:lnTo>
                  <a:pt x="375114" y="187707"/>
                </a:lnTo>
                <a:lnTo>
                  <a:pt x="397843" y="143335"/>
                </a:lnTo>
                <a:lnTo>
                  <a:pt x="402208" y="105918"/>
                </a:lnTo>
                <a:lnTo>
                  <a:pt x="401127" y="86776"/>
                </a:lnTo>
                <a:lnTo>
                  <a:pt x="401113" y="86536"/>
                </a:lnTo>
                <a:lnTo>
                  <a:pt x="384682" y="37084"/>
                </a:lnTo>
                <a:lnTo>
                  <a:pt x="350000" y="5544"/>
                </a:lnTo>
                <a:lnTo>
                  <a:pt x="334645" y="0"/>
                </a:lnTo>
                <a:close/>
              </a:path>
              <a:path w="402590" h="212089">
                <a:moveTo>
                  <a:pt x="67564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1"/>
                </a:lnTo>
                <a:lnTo>
                  <a:pt x="0" y="105918"/>
                </a:lnTo>
                <a:lnTo>
                  <a:pt x="992" y="123570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4" y="211836"/>
                </a:lnTo>
                <a:lnTo>
                  <a:pt x="70230" y="203200"/>
                </a:lnTo>
                <a:lnTo>
                  <a:pt x="58183" y="197866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8"/>
                </a:lnTo>
                <a:lnTo>
                  <a:pt x="19303" y="104901"/>
                </a:lnTo>
                <a:lnTo>
                  <a:pt x="26376" y="55431"/>
                </a:lnTo>
                <a:lnTo>
                  <a:pt x="47815" y="21304"/>
                </a:lnTo>
                <a:lnTo>
                  <a:pt x="70612" y="8636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444865" y="4281551"/>
            <a:ext cx="414655" cy="212090"/>
          </a:xfrm>
          <a:custGeom>
            <a:avLst/>
            <a:gdLst/>
            <a:ahLst/>
            <a:cxnLst/>
            <a:rect l="l" t="t" r="r" b="b"/>
            <a:pathLst>
              <a:path w="414654" h="212089">
                <a:moveTo>
                  <a:pt x="346836" y="0"/>
                </a:moveTo>
                <a:lnTo>
                  <a:pt x="343788" y="8636"/>
                </a:lnTo>
                <a:lnTo>
                  <a:pt x="356074" y="13946"/>
                </a:lnTo>
                <a:lnTo>
                  <a:pt x="366633" y="21304"/>
                </a:lnTo>
                <a:lnTo>
                  <a:pt x="388024" y="55431"/>
                </a:lnTo>
                <a:lnTo>
                  <a:pt x="394276" y="86536"/>
                </a:lnTo>
                <a:lnTo>
                  <a:pt x="394311" y="86776"/>
                </a:lnTo>
                <a:lnTo>
                  <a:pt x="395096" y="104901"/>
                </a:lnTo>
                <a:lnTo>
                  <a:pt x="394311" y="123570"/>
                </a:lnTo>
                <a:lnTo>
                  <a:pt x="391953" y="140525"/>
                </a:lnTo>
                <a:lnTo>
                  <a:pt x="375406" y="180911"/>
                </a:lnTo>
                <a:lnTo>
                  <a:pt x="344169" y="203200"/>
                </a:lnTo>
                <a:lnTo>
                  <a:pt x="346836" y="211836"/>
                </a:lnTo>
                <a:lnTo>
                  <a:pt x="387306" y="187707"/>
                </a:lnTo>
                <a:lnTo>
                  <a:pt x="410035" y="143335"/>
                </a:lnTo>
                <a:lnTo>
                  <a:pt x="414400" y="105918"/>
                </a:lnTo>
                <a:lnTo>
                  <a:pt x="413319" y="86776"/>
                </a:lnTo>
                <a:lnTo>
                  <a:pt x="413305" y="86536"/>
                </a:lnTo>
                <a:lnTo>
                  <a:pt x="396875" y="37084"/>
                </a:lnTo>
                <a:lnTo>
                  <a:pt x="362192" y="5544"/>
                </a:lnTo>
                <a:lnTo>
                  <a:pt x="346836" y="0"/>
                </a:lnTo>
                <a:close/>
              </a:path>
              <a:path w="414654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1"/>
                </a:lnTo>
                <a:lnTo>
                  <a:pt x="0" y="105918"/>
                </a:lnTo>
                <a:lnTo>
                  <a:pt x="992" y="123570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3" y="211836"/>
                </a:lnTo>
                <a:lnTo>
                  <a:pt x="70230" y="203200"/>
                </a:lnTo>
                <a:lnTo>
                  <a:pt x="58183" y="197866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8"/>
                </a:lnTo>
                <a:lnTo>
                  <a:pt x="19303" y="104901"/>
                </a:lnTo>
                <a:lnTo>
                  <a:pt x="26376" y="55431"/>
                </a:lnTo>
                <a:lnTo>
                  <a:pt x="47815" y="21304"/>
                </a:lnTo>
                <a:lnTo>
                  <a:pt x="70611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14780" y="2555636"/>
            <a:ext cx="8532495" cy="22852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For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three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events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800" dirty="0">
                <a:latin typeface="Tahoma"/>
                <a:cs typeface="Tahoma"/>
              </a:rPr>
              <a:t>,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B</a:t>
            </a:r>
            <a:r>
              <a:rPr sz="19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and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900" spc="-50" dirty="0">
                <a:latin typeface="Tahoma"/>
                <a:cs typeface="Tahoma"/>
              </a:rPr>
              <a:t>C</a:t>
            </a:r>
            <a:endParaRPr lang="en-BD" sz="1900" spc="-50" dirty="0">
              <a:latin typeface="Tahoma"/>
              <a:cs typeface="Tahoma"/>
            </a:endParaRPr>
          </a:p>
          <a:p>
            <a:pPr marL="88900">
              <a:lnSpc>
                <a:spcPct val="100000"/>
              </a:lnSpc>
              <a:spcBef>
                <a:spcPts val="100"/>
              </a:spcBef>
            </a:pPr>
            <a:endParaRPr lang="en-BD" sz="1900" spc="-50" dirty="0">
              <a:latin typeface="Tahoma"/>
              <a:cs typeface="Tahoma"/>
            </a:endParaRPr>
          </a:p>
          <a:p>
            <a:pPr marL="88900">
              <a:lnSpc>
                <a:spcPct val="100000"/>
              </a:lnSpc>
              <a:spcBef>
                <a:spcPts val="100"/>
              </a:spcBef>
            </a:pPr>
            <a:endParaRPr lang="en-BD" sz="1800" dirty="0">
              <a:latin typeface="Cambria Math"/>
              <a:cs typeface="Cambria Math"/>
            </a:endParaRPr>
          </a:p>
          <a:p>
            <a:pPr marL="88900">
              <a:lnSpc>
                <a:spcPct val="100000"/>
              </a:lnSpc>
              <a:spcBef>
                <a:spcPts val="2085"/>
              </a:spcBef>
            </a:pPr>
            <a:r>
              <a:rPr lang="en-GB" sz="1800" dirty="0">
                <a:latin typeface="Tahoma"/>
                <a:cs typeface="Tahoma"/>
              </a:rPr>
              <a:t>For</a:t>
            </a:r>
            <a:r>
              <a:rPr lang="en-GB" sz="1800" spc="-60" dirty="0">
                <a:latin typeface="Tahoma"/>
                <a:cs typeface="Tahoma"/>
              </a:rPr>
              <a:t> </a:t>
            </a:r>
            <a:r>
              <a:rPr lang="en-GB" sz="1900" dirty="0">
                <a:latin typeface="Tahoma"/>
                <a:cs typeface="Tahoma"/>
              </a:rPr>
              <a:t>n</a:t>
            </a:r>
            <a:r>
              <a:rPr lang="en-GB" sz="1900" spc="-90" dirty="0">
                <a:latin typeface="Tahoma"/>
                <a:cs typeface="Tahoma"/>
              </a:rPr>
              <a:t> </a:t>
            </a:r>
            <a:r>
              <a:rPr lang="en-GB" sz="1800" dirty="0">
                <a:latin typeface="Tahoma"/>
                <a:cs typeface="Tahoma"/>
              </a:rPr>
              <a:t>events</a:t>
            </a:r>
            <a:r>
              <a:rPr lang="en-GB" sz="1800" spc="-60" dirty="0">
                <a:latin typeface="Tahoma"/>
                <a:cs typeface="Tahoma"/>
              </a:rPr>
              <a:t> </a:t>
            </a:r>
            <a:r>
              <a:rPr lang="en-GB" sz="1900" spc="-10" dirty="0">
                <a:latin typeface="Tahoma"/>
                <a:cs typeface="Tahoma"/>
              </a:rPr>
              <a:t>A</a:t>
            </a:r>
            <a:r>
              <a:rPr lang="en-GB" sz="1875" spc="-15" baseline="-20000" dirty="0">
                <a:latin typeface="Tahoma"/>
                <a:cs typeface="Tahoma"/>
              </a:rPr>
              <a:t>1</a:t>
            </a:r>
            <a:r>
              <a:rPr lang="en-GB" sz="1900" spc="-10" dirty="0">
                <a:latin typeface="Tahoma"/>
                <a:cs typeface="Tahoma"/>
              </a:rPr>
              <a:t>,</a:t>
            </a:r>
            <a:r>
              <a:rPr lang="en-GB" sz="1900" spc="-85" dirty="0">
                <a:latin typeface="Tahoma"/>
                <a:cs typeface="Tahoma"/>
              </a:rPr>
              <a:t> </a:t>
            </a:r>
            <a:r>
              <a:rPr lang="en-GB" sz="1900" spc="-30" dirty="0">
                <a:latin typeface="Tahoma"/>
                <a:cs typeface="Tahoma"/>
              </a:rPr>
              <a:t>A</a:t>
            </a:r>
            <a:r>
              <a:rPr lang="en-GB" sz="1875" spc="-44" baseline="-20000" dirty="0">
                <a:latin typeface="Tahoma"/>
                <a:cs typeface="Tahoma"/>
              </a:rPr>
              <a:t>2</a:t>
            </a:r>
            <a:r>
              <a:rPr lang="en-GB" sz="1900" spc="-30" dirty="0">
                <a:latin typeface="Tahoma"/>
                <a:cs typeface="Tahoma"/>
              </a:rPr>
              <a:t>,</a:t>
            </a:r>
            <a:r>
              <a:rPr lang="en-GB" sz="1900" spc="-100" dirty="0">
                <a:latin typeface="Tahoma"/>
                <a:cs typeface="Tahoma"/>
              </a:rPr>
              <a:t> </a:t>
            </a:r>
            <a:r>
              <a:rPr lang="en-GB" sz="1900" spc="-10" dirty="0">
                <a:latin typeface="Tahoma"/>
                <a:cs typeface="Tahoma"/>
              </a:rPr>
              <a:t>…,</a:t>
            </a:r>
            <a:r>
              <a:rPr lang="en-GB" sz="1900" spc="-80" dirty="0">
                <a:latin typeface="Tahoma"/>
                <a:cs typeface="Tahoma"/>
              </a:rPr>
              <a:t> </a:t>
            </a:r>
            <a:r>
              <a:rPr lang="en-GB" sz="1900" dirty="0">
                <a:latin typeface="Tahoma"/>
                <a:cs typeface="Tahoma"/>
              </a:rPr>
              <a:t>A</a:t>
            </a:r>
            <a:r>
              <a:rPr lang="en-GB" sz="1875" baseline="-20000" dirty="0">
                <a:latin typeface="Tahoma"/>
                <a:cs typeface="Tahoma"/>
              </a:rPr>
              <a:t>n</a:t>
            </a:r>
            <a:r>
              <a:rPr lang="en-GB" sz="1875" spc="419" baseline="-20000" dirty="0">
                <a:latin typeface="Tahoma"/>
                <a:cs typeface="Tahoma"/>
              </a:rPr>
              <a:t> </a:t>
            </a:r>
            <a:r>
              <a:rPr lang="en-GB" sz="1800" dirty="0">
                <a:latin typeface="Tahoma"/>
                <a:cs typeface="Tahoma"/>
              </a:rPr>
              <a:t>and</a:t>
            </a:r>
            <a:r>
              <a:rPr lang="en-GB" sz="1800" spc="-50" dirty="0">
                <a:latin typeface="Tahoma"/>
                <a:cs typeface="Tahoma"/>
              </a:rPr>
              <a:t> </a:t>
            </a:r>
            <a:r>
              <a:rPr lang="en-GB" sz="1800" dirty="0">
                <a:latin typeface="Tahoma"/>
                <a:cs typeface="Tahoma"/>
              </a:rPr>
              <a:t>if</a:t>
            </a:r>
            <a:r>
              <a:rPr lang="en-GB" sz="1800" spc="-50" dirty="0">
                <a:latin typeface="Tahoma"/>
                <a:cs typeface="Tahoma"/>
              </a:rPr>
              <a:t> </a:t>
            </a:r>
            <a:r>
              <a:rPr lang="en-GB" sz="1800" dirty="0">
                <a:latin typeface="Tahoma"/>
                <a:cs typeface="Tahoma"/>
              </a:rPr>
              <a:t>all</a:t>
            </a:r>
            <a:r>
              <a:rPr lang="en-GB" sz="1800" spc="-40" dirty="0">
                <a:latin typeface="Tahoma"/>
                <a:cs typeface="Tahoma"/>
              </a:rPr>
              <a:t> </a:t>
            </a:r>
            <a:r>
              <a:rPr lang="en-GB" sz="1800" dirty="0">
                <a:latin typeface="Tahoma"/>
                <a:cs typeface="Tahoma"/>
              </a:rPr>
              <a:t>events</a:t>
            </a:r>
            <a:r>
              <a:rPr lang="en-GB" sz="1800" spc="-60" dirty="0">
                <a:latin typeface="Tahoma"/>
                <a:cs typeface="Tahoma"/>
              </a:rPr>
              <a:t> </a:t>
            </a:r>
            <a:r>
              <a:rPr lang="en-GB" sz="1800" dirty="0">
                <a:latin typeface="Tahoma"/>
                <a:cs typeface="Tahoma"/>
              </a:rPr>
              <a:t>are</a:t>
            </a:r>
            <a:r>
              <a:rPr lang="en-GB" sz="1800" spc="-55" dirty="0">
                <a:latin typeface="Tahoma"/>
                <a:cs typeface="Tahoma"/>
              </a:rPr>
              <a:t> </a:t>
            </a:r>
            <a:r>
              <a:rPr lang="en-GB" sz="1800" dirty="0">
                <a:latin typeface="Tahoma"/>
                <a:cs typeface="Tahoma"/>
              </a:rPr>
              <a:t>mutually</a:t>
            </a:r>
            <a:r>
              <a:rPr lang="en-GB" sz="1800" spc="-50" dirty="0">
                <a:latin typeface="Tahoma"/>
                <a:cs typeface="Tahoma"/>
              </a:rPr>
              <a:t> </a:t>
            </a:r>
            <a:r>
              <a:rPr lang="en-GB" sz="1800" dirty="0">
                <a:latin typeface="Tahoma"/>
                <a:cs typeface="Tahoma"/>
              </a:rPr>
              <a:t>independent</a:t>
            </a:r>
            <a:r>
              <a:rPr lang="en-GB" sz="1800" spc="-55" dirty="0">
                <a:latin typeface="Tahoma"/>
                <a:cs typeface="Tahoma"/>
              </a:rPr>
              <a:t> </a:t>
            </a:r>
            <a:r>
              <a:rPr lang="en-GB" sz="1800" dirty="0">
                <a:latin typeface="Tahoma"/>
                <a:cs typeface="Tahoma"/>
              </a:rPr>
              <a:t>to</a:t>
            </a:r>
            <a:r>
              <a:rPr lang="en-GB" sz="1800" spc="-50" dirty="0">
                <a:latin typeface="Tahoma"/>
                <a:cs typeface="Tahoma"/>
              </a:rPr>
              <a:t> </a:t>
            </a:r>
            <a:r>
              <a:rPr lang="en-GB" sz="1800" dirty="0">
                <a:latin typeface="Tahoma"/>
                <a:cs typeface="Tahoma"/>
              </a:rPr>
              <a:t>each</a:t>
            </a:r>
            <a:r>
              <a:rPr lang="en-GB" sz="1800" spc="-60" dirty="0">
                <a:latin typeface="Tahoma"/>
                <a:cs typeface="Tahoma"/>
              </a:rPr>
              <a:t> </a:t>
            </a:r>
            <a:r>
              <a:rPr lang="en-GB" sz="1800" spc="-10" dirty="0">
                <a:latin typeface="Tahoma"/>
                <a:cs typeface="Tahoma"/>
              </a:rPr>
              <a:t>other</a:t>
            </a:r>
            <a:endParaRPr lang="en-GB" sz="1800" dirty="0">
              <a:latin typeface="Tahoma"/>
              <a:cs typeface="Tahoma"/>
            </a:endParaRPr>
          </a:p>
          <a:p>
            <a:pPr marL="1353820" algn="ctr">
              <a:lnSpc>
                <a:spcPct val="100000"/>
              </a:lnSpc>
              <a:spcBef>
                <a:spcPts val="2120"/>
              </a:spcBef>
              <a:tabLst>
                <a:tab pos="4124325" algn="l"/>
                <a:tab pos="5651500" algn="l"/>
              </a:tabLst>
            </a:pP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𝐴</a:t>
            </a:r>
            <a:r>
              <a:rPr sz="1950" baseline="-14957" dirty="0">
                <a:latin typeface="Cambria Math"/>
                <a:cs typeface="Cambria Math"/>
              </a:rPr>
              <a:t>1</a:t>
            </a:r>
            <a:r>
              <a:rPr sz="1950" spc="270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∩ 𝐴</a:t>
            </a:r>
            <a:r>
              <a:rPr sz="1950" baseline="-14957" dirty="0">
                <a:latin typeface="Cambria Math"/>
                <a:cs typeface="Cambria Math"/>
              </a:rPr>
              <a:t>2</a:t>
            </a:r>
            <a:r>
              <a:rPr sz="1950" spc="27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∩</a:t>
            </a:r>
            <a:r>
              <a:rPr sz="1800" spc="409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…</a:t>
            </a:r>
            <a:r>
              <a:rPr sz="1800" spc="-1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…</a:t>
            </a:r>
            <a:r>
              <a:rPr sz="1800" spc="-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…</a:t>
            </a:r>
            <a:r>
              <a:rPr sz="1800" spc="-1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…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∩ </a:t>
            </a:r>
            <a:r>
              <a:rPr sz="1800" spc="25" dirty="0">
                <a:latin typeface="Cambria Math"/>
                <a:cs typeface="Cambria Math"/>
              </a:rPr>
              <a:t>𝐴</a:t>
            </a:r>
            <a:r>
              <a:rPr sz="1950" spc="37" baseline="-14957" dirty="0">
                <a:latin typeface="Cambria Math"/>
                <a:cs typeface="Cambria Math"/>
              </a:rPr>
              <a:t>𝑛</a:t>
            </a:r>
            <a:r>
              <a:rPr sz="1950" baseline="-14957" dirty="0">
                <a:latin typeface="Cambria Math"/>
                <a:cs typeface="Cambria Math"/>
              </a:rPr>
              <a:t>	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8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𝐴</a:t>
            </a:r>
            <a:r>
              <a:rPr sz="1950" baseline="-14957" dirty="0">
                <a:latin typeface="Cambria Math"/>
                <a:cs typeface="Cambria Math"/>
              </a:rPr>
              <a:t>1</a:t>
            </a:r>
            <a:r>
              <a:rPr sz="1950" spc="179" baseline="-14957" dirty="0">
                <a:latin typeface="Cambria Math"/>
                <a:cs typeface="Cambria Math"/>
              </a:rPr>
              <a:t>  </a:t>
            </a:r>
            <a:r>
              <a:rPr sz="1800" spc="-10" dirty="0">
                <a:latin typeface="Cambria Math"/>
                <a:cs typeface="Cambria Math"/>
              </a:rPr>
              <a:t>.</a:t>
            </a:r>
            <a:r>
              <a:rPr sz="1800" spc="-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9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𝐴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r>
              <a:rPr sz="1950" baseline="-14957" dirty="0">
                <a:latin typeface="Cambria Math"/>
                <a:cs typeface="Cambria Math"/>
              </a:rPr>
              <a:t>	</a:t>
            </a:r>
            <a:r>
              <a:rPr sz="1800" dirty="0">
                <a:latin typeface="Cambria Math"/>
                <a:cs typeface="Cambria Math"/>
              </a:rPr>
              <a:t>…</a:t>
            </a:r>
            <a:r>
              <a:rPr sz="1800" spc="-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…</a:t>
            </a:r>
            <a:r>
              <a:rPr sz="1800" spc="-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…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…</a:t>
            </a:r>
            <a:r>
              <a:rPr sz="1800" spc="-1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95" dirty="0">
                <a:latin typeface="Cambria Math"/>
                <a:cs typeface="Cambria Math"/>
              </a:rPr>
              <a:t> </a:t>
            </a:r>
            <a:r>
              <a:rPr sz="1800" spc="25" dirty="0">
                <a:latin typeface="Cambria Math"/>
                <a:cs typeface="Cambria Math"/>
              </a:rPr>
              <a:t>𝐴</a:t>
            </a:r>
            <a:r>
              <a:rPr sz="1950" spc="37" baseline="-14957" dirty="0">
                <a:latin typeface="Cambria Math"/>
                <a:cs typeface="Cambria Math"/>
              </a:rPr>
              <a:t>𝑛</a:t>
            </a:r>
            <a:endParaRPr sz="1950" baseline="-14957" dirty="0">
              <a:latin typeface="Cambria Math"/>
              <a:cs typeface="Cambria Math"/>
            </a:endParaRPr>
          </a:p>
          <a:p>
            <a:pPr marL="88900">
              <a:lnSpc>
                <a:spcPct val="100000"/>
              </a:lnSpc>
              <a:spcBef>
                <a:spcPts val="25"/>
              </a:spcBef>
            </a:pPr>
            <a:r>
              <a:rPr sz="1800" b="1" spc="-10" dirty="0">
                <a:solidFill>
                  <a:srgbClr val="0A5ED6"/>
                </a:solidFill>
                <a:latin typeface="Tahoma"/>
                <a:cs typeface="Tahoma"/>
              </a:rPr>
              <a:t>Note: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101720" y="4830190"/>
            <a:ext cx="525780" cy="212090"/>
          </a:xfrm>
          <a:custGeom>
            <a:avLst/>
            <a:gdLst/>
            <a:ahLst/>
            <a:cxnLst/>
            <a:rect l="l" t="t" r="r" b="b"/>
            <a:pathLst>
              <a:path w="525779" h="212089">
                <a:moveTo>
                  <a:pt x="266954" y="1650"/>
                </a:moveTo>
                <a:lnTo>
                  <a:pt x="249808" y="1650"/>
                </a:lnTo>
                <a:lnTo>
                  <a:pt x="249808" y="209295"/>
                </a:lnTo>
                <a:lnTo>
                  <a:pt x="266954" y="209295"/>
                </a:lnTo>
                <a:lnTo>
                  <a:pt x="266954" y="1650"/>
                </a:lnTo>
                <a:close/>
              </a:path>
              <a:path w="525779" h="212089">
                <a:moveTo>
                  <a:pt x="67564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7"/>
                </a:lnTo>
                <a:lnTo>
                  <a:pt x="992" y="123570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53" y="206238"/>
                </a:lnTo>
                <a:lnTo>
                  <a:pt x="67564" y="211835"/>
                </a:lnTo>
                <a:lnTo>
                  <a:pt x="70231" y="203199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7"/>
                </a:lnTo>
                <a:lnTo>
                  <a:pt x="19304" y="104901"/>
                </a:lnTo>
                <a:lnTo>
                  <a:pt x="20089" y="86776"/>
                </a:lnTo>
                <a:lnTo>
                  <a:pt x="31877" y="42163"/>
                </a:lnTo>
                <a:lnTo>
                  <a:pt x="58344" y="13946"/>
                </a:lnTo>
                <a:lnTo>
                  <a:pt x="70612" y="8635"/>
                </a:lnTo>
                <a:lnTo>
                  <a:pt x="67564" y="0"/>
                </a:lnTo>
                <a:close/>
              </a:path>
              <a:path w="525779" h="212089">
                <a:moveTo>
                  <a:pt x="458089" y="0"/>
                </a:moveTo>
                <a:lnTo>
                  <a:pt x="455041" y="8635"/>
                </a:lnTo>
                <a:lnTo>
                  <a:pt x="467326" y="13946"/>
                </a:lnTo>
                <a:lnTo>
                  <a:pt x="477885" y="21304"/>
                </a:lnTo>
                <a:lnTo>
                  <a:pt x="499276" y="55431"/>
                </a:lnTo>
                <a:lnTo>
                  <a:pt x="506349" y="104901"/>
                </a:lnTo>
                <a:lnTo>
                  <a:pt x="505563" y="123570"/>
                </a:lnTo>
                <a:lnTo>
                  <a:pt x="493776" y="169290"/>
                </a:lnTo>
                <a:lnTo>
                  <a:pt x="467469" y="197865"/>
                </a:lnTo>
                <a:lnTo>
                  <a:pt x="455421" y="203199"/>
                </a:lnTo>
                <a:lnTo>
                  <a:pt x="458089" y="211835"/>
                </a:lnTo>
                <a:lnTo>
                  <a:pt x="498558" y="187707"/>
                </a:lnTo>
                <a:lnTo>
                  <a:pt x="521287" y="143335"/>
                </a:lnTo>
                <a:lnTo>
                  <a:pt x="525653" y="105917"/>
                </a:lnTo>
                <a:lnTo>
                  <a:pt x="524571" y="86776"/>
                </a:lnTo>
                <a:lnTo>
                  <a:pt x="524557" y="86536"/>
                </a:lnTo>
                <a:lnTo>
                  <a:pt x="508127" y="37083"/>
                </a:lnTo>
                <a:lnTo>
                  <a:pt x="473444" y="5544"/>
                </a:lnTo>
                <a:lnTo>
                  <a:pt x="458089" y="0"/>
                </a:lnTo>
                <a:close/>
              </a:path>
            </a:pathLst>
          </a:custGeom>
          <a:solidFill>
            <a:srgbClr val="0A5E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098673" y="5104510"/>
            <a:ext cx="525780" cy="212090"/>
          </a:xfrm>
          <a:custGeom>
            <a:avLst/>
            <a:gdLst/>
            <a:ahLst/>
            <a:cxnLst/>
            <a:rect l="l" t="t" r="r" b="b"/>
            <a:pathLst>
              <a:path w="525779" h="212089">
                <a:moveTo>
                  <a:pt x="266953" y="1650"/>
                </a:moveTo>
                <a:lnTo>
                  <a:pt x="249809" y="1650"/>
                </a:lnTo>
                <a:lnTo>
                  <a:pt x="249809" y="209295"/>
                </a:lnTo>
                <a:lnTo>
                  <a:pt x="266953" y="209295"/>
                </a:lnTo>
                <a:lnTo>
                  <a:pt x="266953" y="1650"/>
                </a:lnTo>
                <a:close/>
              </a:path>
              <a:path w="525779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992" y="123570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53" y="206238"/>
                </a:lnTo>
                <a:lnTo>
                  <a:pt x="67563" y="211835"/>
                </a:lnTo>
                <a:lnTo>
                  <a:pt x="70231" y="203200"/>
                </a:lnTo>
                <a:lnTo>
                  <a:pt x="58183" y="197866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8"/>
                </a:lnTo>
                <a:lnTo>
                  <a:pt x="19303" y="104901"/>
                </a:lnTo>
                <a:lnTo>
                  <a:pt x="20089" y="86776"/>
                </a:lnTo>
                <a:lnTo>
                  <a:pt x="31876" y="42163"/>
                </a:lnTo>
                <a:lnTo>
                  <a:pt x="58344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  <a:path w="525779" h="212089">
                <a:moveTo>
                  <a:pt x="458088" y="0"/>
                </a:moveTo>
                <a:lnTo>
                  <a:pt x="455040" y="8636"/>
                </a:lnTo>
                <a:lnTo>
                  <a:pt x="467326" y="13946"/>
                </a:lnTo>
                <a:lnTo>
                  <a:pt x="477885" y="21304"/>
                </a:lnTo>
                <a:lnTo>
                  <a:pt x="499276" y="55431"/>
                </a:lnTo>
                <a:lnTo>
                  <a:pt x="506349" y="104901"/>
                </a:lnTo>
                <a:lnTo>
                  <a:pt x="505563" y="123570"/>
                </a:lnTo>
                <a:lnTo>
                  <a:pt x="493775" y="169290"/>
                </a:lnTo>
                <a:lnTo>
                  <a:pt x="467469" y="197865"/>
                </a:lnTo>
                <a:lnTo>
                  <a:pt x="455422" y="203200"/>
                </a:lnTo>
                <a:lnTo>
                  <a:pt x="458088" y="211835"/>
                </a:lnTo>
                <a:lnTo>
                  <a:pt x="498558" y="187707"/>
                </a:lnTo>
                <a:lnTo>
                  <a:pt x="521287" y="143335"/>
                </a:lnTo>
                <a:lnTo>
                  <a:pt x="525652" y="105918"/>
                </a:lnTo>
                <a:lnTo>
                  <a:pt x="524571" y="86776"/>
                </a:lnTo>
                <a:lnTo>
                  <a:pt x="524557" y="86536"/>
                </a:lnTo>
                <a:lnTo>
                  <a:pt x="508126" y="37083"/>
                </a:lnTo>
                <a:lnTo>
                  <a:pt x="473444" y="5544"/>
                </a:lnTo>
                <a:lnTo>
                  <a:pt x="458088" y="0"/>
                </a:lnTo>
                <a:close/>
              </a:path>
            </a:pathLst>
          </a:custGeom>
          <a:solidFill>
            <a:srgbClr val="0A5E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110609" y="5104510"/>
            <a:ext cx="295910" cy="212090"/>
          </a:xfrm>
          <a:custGeom>
            <a:avLst/>
            <a:gdLst/>
            <a:ahLst/>
            <a:cxnLst/>
            <a:rect l="l" t="t" r="r" b="b"/>
            <a:pathLst>
              <a:path w="295910" h="212089">
                <a:moveTo>
                  <a:pt x="227964" y="0"/>
                </a:moveTo>
                <a:lnTo>
                  <a:pt x="224916" y="8636"/>
                </a:lnTo>
                <a:lnTo>
                  <a:pt x="237202" y="13946"/>
                </a:lnTo>
                <a:lnTo>
                  <a:pt x="247761" y="21304"/>
                </a:lnTo>
                <a:lnTo>
                  <a:pt x="269152" y="55431"/>
                </a:lnTo>
                <a:lnTo>
                  <a:pt x="276225" y="104901"/>
                </a:lnTo>
                <a:lnTo>
                  <a:pt x="275439" y="123570"/>
                </a:lnTo>
                <a:lnTo>
                  <a:pt x="263651" y="169290"/>
                </a:lnTo>
                <a:lnTo>
                  <a:pt x="237345" y="197865"/>
                </a:lnTo>
                <a:lnTo>
                  <a:pt x="225298" y="203200"/>
                </a:lnTo>
                <a:lnTo>
                  <a:pt x="227964" y="211835"/>
                </a:lnTo>
                <a:lnTo>
                  <a:pt x="268434" y="187707"/>
                </a:lnTo>
                <a:lnTo>
                  <a:pt x="291163" y="143335"/>
                </a:lnTo>
                <a:lnTo>
                  <a:pt x="295528" y="105918"/>
                </a:lnTo>
                <a:lnTo>
                  <a:pt x="294447" y="86776"/>
                </a:lnTo>
                <a:lnTo>
                  <a:pt x="294433" y="86536"/>
                </a:lnTo>
                <a:lnTo>
                  <a:pt x="278002" y="37083"/>
                </a:lnTo>
                <a:lnTo>
                  <a:pt x="243320" y="5544"/>
                </a:lnTo>
                <a:lnTo>
                  <a:pt x="227964" y="0"/>
                </a:lnTo>
                <a:close/>
              </a:path>
              <a:path w="295910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1"/>
                </a:lnTo>
                <a:lnTo>
                  <a:pt x="0" y="105918"/>
                </a:lnTo>
                <a:lnTo>
                  <a:pt x="992" y="123570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3" y="211835"/>
                </a:lnTo>
                <a:lnTo>
                  <a:pt x="70230" y="203200"/>
                </a:lnTo>
                <a:lnTo>
                  <a:pt x="58183" y="197866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8"/>
                </a:lnTo>
                <a:lnTo>
                  <a:pt x="19303" y="104901"/>
                </a:lnTo>
                <a:lnTo>
                  <a:pt x="20089" y="86776"/>
                </a:lnTo>
                <a:lnTo>
                  <a:pt x="31876" y="42163"/>
                </a:lnTo>
                <a:lnTo>
                  <a:pt x="58344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A5E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098673" y="5378830"/>
            <a:ext cx="525780" cy="212090"/>
          </a:xfrm>
          <a:custGeom>
            <a:avLst/>
            <a:gdLst/>
            <a:ahLst/>
            <a:cxnLst/>
            <a:rect l="l" t="t" r="r" b="b"/>
            <a:pathLst>
              <a:path w="525779" h="212089">
                <a:moveTo>
                  <a:pt x="266953" y="1651"/>
                </a:moveTo>
                <a:lnTo>
                  <a:pt x="249809" y="1651"/>
                </a:lnTo>
                <a:lnTo>
                  <a:pt x="249809" y="209321"/>
                </a:lnTo>
                <a:lnTo>
                  <a:pt x="266953" y="209321"/>
                </a:lnTo>
                <a:lnTo>
                  <a:pt x="266953" y="1651"/>
                </a:lnTo>
                <a:close/>
              </a:path>
              <a:path w="525779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992" y="123571"/>
                </a:lnTo>
                <a:lnTo>
                  <a:pt x="1093" y="125370"/>
                </a:lnTo>
                <a:lnTo>
                  <a:pt x="17399" y="174752"/>
                </a:lnTo>
                <a:lnTo>
                  <a:pt x="52153" y="206211"/>
                </a:lnTo>
                <a:lnTo>
                  <a:pt x="67563" y="211772"/>
                </a:lnTo>
                <a:lnTo>
                  <a:pt x="70231" y="203200"/>
                </a:lnTo>
                <a:lnTo>
                  <a:pt x="58183" y="197866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8"/>
                </a:lnTo>
                <a:lnTo>
                  <a:pt x="19303" y="104902"/>
                </a:lnTo>
                <a:lnTo>
                  <a:pt x="20089" y="86776"/>
                </a:lnTo>
                <a:lnTo>
                  <a:pt x="31876" y="42164"/>
                </a:lnTo>
                <a:lnTo>
                  <a:pt x="58344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  <a:path w="525779" h="212089">
                <a:moveTo>
                  <a:pt x="458088" y="0"/>
                </a:moveTo>
                <a:lnTo>
                  <a:pt x="455040" y="8636"/>
                </a:lnTo>
                <a:lnTo>
                  <a:pt x="467326" y="13946"/>
                </a:lnTo>
                <a:lnTo>
                  <a:pt x="477885" y="21304"/>
                </a:lnTo>
                <a:lnTo>
                  <a:pt x="499276" y="55431"/>
                </a:lnTo>
                <a:lnTo>
                  <a:pt x="506349" y="104902"/>
                </a:lnTo>
                <a:lnTo>
                  <a:pt x="505563" y="123571"/>
                </a:lnTo>
                <a:lnTo>
                  <a:pt x="493775" y="169291"/>
                </a:lnTo>
                <a:lnTo>
                  <a:pt x="467469" y="197866"/>
                </a:lnTo>
                <a:lnTo>
                  <a:pt x="455422" y="203200"/>
                </a:lnTo>
                <a:lnTo>
                  <a:pt x="458088" y="211772"/>
                </a:lnTo>
                <a:lnTo>
                  <a:pt x="498558" y="187706"/>
                </a:lnTo>
                <a:lnTo>
                  <a:pt x="521287" y="143335"/>
                </a:lnTo>
                <a:lnTo>
                  <a:pt x="525652" y="105918"/>
                </a:lnTo>
                <a:lnTo>
                  <a:pt x="524571" y="86776"/>
                </a:lnTo>
                <a:lnTo>
                  <a:pt x="524557" y="86536"/>
                </a:lnTo>
                <a:lnTo>
                  <a:pt x="508126" y="37084"/>
                </a:lnTo>
                <a:lnTo>
                  <a:pt x="473444" y="5544"/>
                </a:lnTo>
                <a:lnTo>
                  <a:pt x="458088" y="0"/>
                </a:lnTo>
                <a:close/>
              </a:path>
            </a:pathLst>
          </a:custGeom>
          <a:solidFill>
            <a:srgbClr val="0A5E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920110" y="4760467"/>
            <a:ext cx="63881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A5ED6"/>
                </a:solidFill>
                <a:latin typeface="Cambria Math"/>
                <a:cs typeface="Cambria Math"/>
              </a:rPr>
              <a:t>𝑃</a:t>
            </a:r>
            <a:r>
              <a:rPr sz="1800" spc="395" dirty="0">
                <a:solidFill>
                  <a:srgbClr val="0A5ED6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A5ED6"/>
                </a:solidFill>
                <a:latin typeface="Cambria Math"/>
                <a:cs typeface="Cambria Math"/>
              </a:rPr>
              <a:t>𝐴</a:t>
            </a:r>
            <a:r>
              <a:rPr sz="1800" spc="175" dirty="0">
                <a:solidFill>
                  <a:srgbClr val="0A5ED6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0A5ED6"/>
                </a:solidFill>
                <a:latin typeface="Cambria Math"/>
                <a:cs typeface="Cambria Math"/>
              </a:rPr>
              <a:t>𝐵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A5ED6"/>
                </a:solidFill>
                <a:latin typeface="Cambria Math"/>
                <a:cs typeface="Cambria Math"/>
              </a:rPr>
              <a:t>𝑃</a:t>
            </a:r>
            <a:r>
              <a:rPr sz="1800" spc="395" dirty="0">
                <a:solidFill>
                  <a:srgbClr val="0A5ED6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A5ED6"/>
                </a:solidFill>
                <a:latin typeface="Cambria Math"/>
                <a:cs typeface="Cambria Math"/>
              </a:rPr>
              <a:t>𝐴</a:t>
            </a:r>
            <a:r>
              <a:rPr sz="1800" spc="175" dirty="0">
                <a:solidFill>
                  <a:srgbClr val="0A5ED6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0A5ED6"/>
                </a:solidFill>
                <a:latin typeface="Cambria Math"/>
                <a:cs typeface="Cambria Math"/>
              </a:rPr>
              <a:t>𝐵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A5ED6"/>
                </a:solidFill>
                <a:latin typeface="Cambria Math"/>
                <a:cs typeface="Cambria Math"/>
              </a:rPr>
              <a:t>𝑃</a:t>
            </a:r>
            <a:r>
              <a:rPr sz="1800" spc="395" dirty="0">
                <a:solidFill>
                  <a:srgbClr val="0A5ED6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A5ED6"/>
                </a:solidFill>
                <a:latin typeface="Cambria Math"/>
                <a:cs typeface="Cambria Math"/>
              </a:rPr>
              <a:t>𝐴</a:t>
            </a:r>
            <a:r>
              <a:rPr sz="1800" spc="175" dirty="0">
                <a:solidFill>
                  <a:srgbClr val="0A5ED6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0A5ED6"/>
                </a:solidFill>
                <a:latin typeface="Cambria Math"/>
                <a:cs typeface="Cambria Math"/>
              </a:rPr>
              <a:t>𝐵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978021" y="5378830"/>
            <a:ext cx="306705" cy="212090"/>
          </a:xfrm>
          <a:custGeom>
            <a:avLst/>
            <a:gdLst/>
            <a:ahLst/>
            <a:cxnLst/>
            <a:rect l="l" t="t" r="r" b="b"/>
            <a:pathLst>
              <a:path w="306704" h="212089">
                <a:moveTo>
                  <a:pt x="238632" y="0"/>
                </a:moveTo>
                <a:lnTo>
                  <a:pt x="235584" y="8636"/>
                </a:lnTo>
                <a:lnTo>
                  <a:pt x="247870" y="13946"/>
                </a:lnTo>
                <a:lnTo>
                  <a:pt x="258429" y="21304"/>
                </a:lnTo>
                <a:lnTo>
                  <a:pt x="279820" y="55431"/>
                </a:lnTo>
                <a:lnTo>
                  <a:pt x="286892" y="104902"/>
                </a:lnTo>
                <a:lnTo>
                  <a:pt x="286107" y="123571"/>
                </a:lnTo>
                <a:lnTo>
                  <a:pt x="274319" y="169291"/>
                </a:lnTo>
                <a:lnTo>
                  <a:pt x="248013" y="197866"/>
                </a:lnTo>
                <a:lnTo>
                  <a:pt x="235965" y="203200"/>
                </a:lnTo>
                <a:lnTo>
                  <a:pt x="238632" y="211772"/>
                </a:lnTo>
                <a:lnTo>
                  <a:pt x="279102" y="187706"/>
                </a:lnTo>
                <a:lnTo>
                  <a:pt x="301831" y="143335"/>
                </a:lnTo>
                <a:lnTo>
                  <a:pt x="306196" y="105918"/>
                </a:lnTo>
                <a:lnTo>
                  <a:pt x="305115" y="86776"/>
                </a:lnTo>
                <a:lnTo>
                  <a:pt x="305101" y="86536"/>
                </a:lnTo>
                <a:lnTo>
                  <a:pt x="288670" y="37084"/>
                </a:lnTo>
                <a:lnTo>
                  <a:pt x="253988" y="5544"/>
                </a:lnTo>
                <a:lnTo>
                  <a:pt x="238632" y="0"/>
                </a:lnTo>
                <a:close/>
              </a:path>
              <a:path w="306704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2"/>
                </a:lnTo>
                <a:lnTo>
                  <a:pt x="0" y="105918"/>
                </a:lnTo>
                <a:lnTo>
                  <a:pt x="992" y="123571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6"/>
                </a:lnTo>
                <a:lnTo>
                  <a:pt x="67563" y="211772"/>
                </a:lnTo>
                <a:lnTo>
                  <a:pt x="70230" y="203200"/>
                </a:lnTo>
                <a:lnTo>
                  <a:pt x="58183" y="197866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8"/>
                </a:lnTo>
                <a:lnTo>
                  <a:pt x="19303" y="104902"/>
                </a:lnTo>
                <a:lnTo>
                  <a:pt x="20089" y="86776"/>
                </a:lnTo>
                <a:lnTo>
                  <a:pt x="31876" y="42164"/>
                </a:lnTo>
                <a:lnTo>
                  <a:pt x="58344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A5E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683634" y="4760467"/>
            <a:ext cx="65976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A5ED6"/>
                </a:solidFill>
                <a:latin typeface="Cambria Math"/>
                <a:cs typeface="Cambria Math"/>
              </a:rPr>
              <a:t>=</a:t>
            </a:r>
            <a:r>
              <a:rPr sz="1800" spc="100" dirty="0">
                <a:solidFill>
                  <a:srgbClr val="0A5ED6"/>
                </a:solidFill>
                <a:latin typeface="Cambria Math"/>
                <a:cs typeface="Cambria Math"/>
              </a:rPr>
              <a:t> </a:t>
            </a:r>
            <a:r>
              <a:rPr sz="1800" spc="-60" dirty="0">
                <a:solidFill>
                  <a:srgbClr val="0A5ED6"/>
                </a:solidFill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  <a:p>
            <a:pPr marL="24765">
              <a:lnSpc>
                <a:spcPct val="100000"/>
              </a:lnSpc>
            </a:pPr>
            <a:r>
              <a:rPr sz="1800" dirty="0">
                <a:solidFill>
                  <a:srgbClr val="0A5ED6"/>
                </a:solidFill>
                <a:latin typeface="Cambria Math"/>
                <a:cs typeface="Cambria Math"/>
              </a:rPr>
              <a:t>=</a:t>
            </a:r>
            <a:r>
              <a:rPr sz="1800" spc="95" dirty="0">
                <a:solidFill>
                  <a:srgbClr val="0A5ED6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A5ED6"/>
                </a:solidFill>
                <a:latin typeface="Cambria Math"/>
                <a:cs typeface="Cambria Math"/>
              </a:rPr>
              <a:t>𝑃</a:t>
            </a:r>
            <a:r>
              <a:rPr sz="1800" spc="390" dirty="0">
                <a:solidFill>
                  <a:srgbClr val="0A5ED6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0A5ED6"/>
                </a:solidFill>
                <a:latin typeface="Cambria Math"/>
                <a:cs typeface="Cambria Math"/>
              </a:rPr>
              <a:t>𝐴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A5ED6"/>
                </a:solidFill>
                <a:latin typeface="Cambria Math"/>
                <a:cs typeface="Cambria Math"/>
              </a:rPr>
              <a:t>⋅ 𝑃</a:t>
            </a:r>
            <a:r>
              <a:rPr sz="1800" spc="380" dirty="0">
                <a:solidFill>
                  <a:srgbClr val="0A5ED6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0A5ED6"/>
                </a:solidFill>
                <a:latin typeface="Cambria Math"/>
                <a:cs typeface="Cambria Math"/>
              </a:rPr>
              <a:t>𝐵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770501" y="5378830"/>
            <a:ext cx="525780" cy="212090"/>
          </a:xfrm>
          <a:custGeom>
            <a:avLst/>
            <a:gdLst/>
            <a:ahLst/>
            <a:cxnLst/>
            <a:rect l="l" t="t" r="r" b="b"/>
            <a:pathLst>
              <a:path w="525779" h="212089">
                <a:moveTo>
                  <a:pt x="276098" y="1651"/>
                </a:moveTo>
                <a:lnTo>
                  <a:pt x="258952" y="1651"/>
                </a:lnTo>
                <a:lnTo>
                  <a:pt x="258952" y="209321"/>
                </a:lnTo>
                <a:lnTo>
                  <a:pt x="276098" y="209321"/>
                </a:lnTo>
                <a:lnTo>
                  <a:pt x="276098" y="1651"/>
                </a:lnTo>
                <a:close/>
              </a:path>
              <a:path w="525779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2"/>
                </a:lnTo>
                <a:lnTo>
                  <a:pt x="0" y="105918"/>
                </a:lnTo>
                <a:lnTo>
                  <a:pt x="992" y="123571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6"/>
                </a:lnTo>
                <a:lnTo>
                  <a:pt x="67563" y="211772"/>
                </a:lnTo>
                <a:lnTo>
                  <a:pt x="70231" y="203200"/>
                </a:lnTo>
                <a:lnTo>
                  <a:pt x="58183" y="197866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8"/>
                </a:lnTo>
                <a:lnTo>
                  <a:pt x="19303" y="104902"/>
                </a:lnTo>
                <a:lnTo>
                  <a:pt x="20089" y="86776"/>
                </a:lnTo>
                <a:lnTo>
                  <a:pt x="31876" y="42164"/>
                </a:lnTo>
                <a:lnTo>
                  <a:pt x="58344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  <a:path w="525779" h="212089">
                <a:moveTo>
                  <a:pt x="458088" y="0"/>
                </a:moveTo>
                <a:lnTo>
                  <a:pt x="455040" y="8636"/>
                </a:lnTo>
                <a:lnTo>
                  <a:pt x="467326" y="13946"/>
                </a:lnTo>
                <a:lnTo>
                  <a:pt x="477885" y="21304"/>
                </a:lnTo>
                <a:lnTo>
                  <a:pt x="499276" y="55431"/>
                </a:lnTo>
                <a:lnTo>
                  <a:pt x="506349" y="104902"/>
                </a:lnTo>
                <a:lnTo>
                  <a:pt x="505563" y="123571"/>
                </a:lnTo>
                <a:lnTo>
                  <a:pt x="493775" y="169291"/>
                </a:lnTo>
                <a:lnTo>
                  <a:pt x="467469" y="197866"/>
                </a:lnTo>
                <a:lnTo>
                  <a:pt x="455422" y="203200"/>
                </a:lnTo>
                <a:lnTo>
                  <a:pt x="458088" y="211772"/>
                </a:lnTo>
                <a:lnTo>
                  <a:pt x="498558" y="187706"/>
                </a:lnTo>
                <a:lnTo>
                  <a:pt x="521287" y="143335"/>
                </a:lnTo>
                <a:lnTo>
                  <a:pt x="525652" y="105918"/>
                </a:lnTo>
                <a:lnTo>
                  <a:pt x="524571" y="86776"/>
                </a:lnTo>
                <a:lnTo>
                  <a:pt x="524557" y="86536"/>
                </a:lnTo>
                <a:lnTo>
                  <a:pt x="508126" y="37084"/>
                </a:lnTo>
                <a:lnTo>
                  <a:pt x="473444" y="5544"/>
                </a:lnTo>
                <a:lnTo>
                  <a:pt x="458088" y="0"/>
                </a:lnTo>
                <a:close/>
              </a:path>
            </a:pathLst>
          </a:custGeom>
          <a:solidFill>
            <a:srgbClr val="0A5E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357242" y="4760467"/>
            <a:ext cx="387921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1160" algn="ctr">
              <a:lnSpc>
                <a:spcPts val="2110"/>
              </a:lnSpc>
              <a:spcBef>
                <a:spcPts val="100"/>
              </a:spcBef>
            </a:pP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if</a:t>
            </a:r>
            <a:r>
              <a:rPr sz="1800" spc="-35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events</a:t>
            </a:r>
            <a:r>
              <a:rPr sz="1800" spc="-40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are</a:t>
            </a:r>
            <a:r>
              <a:rPr sz="1800" spc="-20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A5ED6"/>
                </a:solidFill>
                <a:latin typeface="Tahoma"/>
                <a:cs typeface="Tahoma"/>
              </a:rPr>
              <a:t>mutually</a:t>
            </a:r>
            <a:r>
              <a:rPr sz="1800" b="1" spc="-45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0A5ED6"/>
                </a:solidFill>
                <a:latin typeface="Tahoma"/>
                <a:cs typeface="Tahoma"/>
              </a:rPr>
              <a:t>exclusive</a:t>
            </a:r>
            <a:endParaRPr sz="1800" dirty="0">
              <a:latin typeface="Tahoma"/>
              <a:cs typeface="Tahoma"/>
            </a:endParaRPr>
          </a:p>
          <a:p>
            <a:pPr marL="154305" algn="ctr">
              <a:lnSpc>
                <a:spcPts val="2220"/>
              </a:lnSpc>
            </a:pP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if</a:t>
            </a:r>
            <a:r>
              <a:rPr sz="1800" spc="-35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A5ED6"/>
                </a:solidFill>
                <a:latin typeface="Tahoma"/>
                <a:cs typeface="Tahoma"/>
              </a:rPr>
              <a:t>A</a:t>
            </a:r>
            <a:r>
              <a:rPr sz="1900" spc="-90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and</a:t>
            </a:r>
            <a:r>
              <a:rPr sz="1800" spc="-35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A5ED6"/>
                </a:solidFill>
                <a:latin typeface="Tahoma"/>
                <a:cs typeface="Tahoma"/>
              </a:rPr>
              <a:t>B</a:t>
            </a:r>
            <a:r>
              <a:rPr sz="1900" spc="-85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A5ED6"/>
                </a:solidFill>
                <a:latin typeface="Tahoma"/>
                <a:cs typeface="Tahoma"/>
              </a:rPr>
              <a:t>are</a:t>
            </a:r>
            <a:r>
              <a:rPr sz="1800" spc="-30" dirty="0">
                <a:solidFill>
                  <a:srgbClr val="0A5ED6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0A5ED6"/>
                </a:solidFill>
                <a:latin typeface="Tahoma"/>
                <a:cs typeface="Tahoma"/>
              </a:rPr>
              <a:t>independent</a:t>
            </a:r>
            <a:endParaRPr sz="1800" dirty="0">
              <a:latin typeface="Tahoma"/>
              <a:cs typeface="Tahoma"/>
            </a:endParaRPr>
          </a:p>
          <a:p>
            <a:pPr marL="12700">
              <a:lnSpc>
                <a:spcPts val="2150"/>
              </a:lnSpc>
              <a:tabLst>
                <a:tab pos="1010919" algn="l"/>
              </a:tabLst>
            </a:pPr>
            <a:r>
              <a:rPr sz="1800" dirty="0">
                <a:solidFill>
                  <a:srgbClr val="0A5ED6"/>
                </a:solidFill>
                <a:latin typeface="Cambria Math"/>
                <a:cs typeface="Cambria Math"/>
              </a:rPr>
              <a:t>=</a:t>
            </a:r>
            <a:r>
              <a:rPr sz="1800" spc="95" dirty="0">
                <a:solidFill>
                  <a:srgbClr val="0A5ED6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A5ED6"/>
                </a:solidFill>
                <a:latin typeface="Cambria Math"/>
                <a:cs typeface="Cambria Math"/>
              </a:rPr>
              <a:t>𝑃</a:t>
            </a:r>
            <a:r>
              <a:rPr sz="1800" spc="375" dirty="0">
                <a:solidFill>
                  <a:srgbClr val="0A5ED6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A5ED6"/>
                </a:solidFill>
                <a:latin typeface="Cambria Math"/>
                <a:cs typeface="Cambria Math"/>
              </a:rPr>
              <a:t>𝐵</a:t>
            </a:r>
            <a:r>
              <a:rPr sz="1800" spc="225" dirty="0">
                <a:solidFill>
                  <a:srgbClr val="0A5ED6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0A5ED6"/>
                </a:solidFill>
                <a:latin typeface="Cambria Math"/>
                <a:cs typeface="Cambria Math"/>
              </a:rPr>
              <a:t>𝐴</a:t>
            </a:r>
            <a:r>
              <a:rPr sz="1800" dirty="0">
                <a:solidFill>
                  <a:srgbClr val="0A5ED6"/>
                </a:solidFill>
                <a:latin typeface="Cambria Math"/>
                <a:cs typeface="Cambria Math"/>
              </a:rPr>
              <a:t>	⋅</a:t>
            </a:r>
            <a:r>
              <a:rPr sz="1800" spc="15" dirty="0">
                <a:solidFill>
                  <a:srgbClr val="0A5ED6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A5ED6"/>
                </a:solidFill>
                <a:latin typeface="Cambria Math"/>
                <a:cs typeface="Cambria Math"/>
              </a:rPr>
              <a:t>𝑃(𝐴)</a:t>
            </a:r>
            <a:r>
              <a:rPr sz="1800" spc="140" dirty="0">
                <a:solidFill>
                  <a:srgbClr val="0A5ED6"/>
                </a:solidFill>
                <a:latin typeface="Cambria Math"/>
                <a:cs typeface="Cambria Math"/>
              </a:rPr>
              <a:t> </a:t>
            </a:r>
            <a:r>
              <a:rPr lang="en-US" sz="1800" spc="-10" dirty="0">
                <a:solidFill>
                  <a:srgbClr val="0A5ED6"/>
                </a:solidFill>
                <a:latin typeface="Tahoma"/>
                <a:cs typeface="Tahoma"/>
              </a:rPr>
              <a:t>when</a:t>
            </a:r>
            <a:r>
              <a:rPr sz="1800" b="1" spc="-10" dirty="0">
                <a:solidFill>
                  <a:srgbClr val="0A5ED6"/>
                </a:solidFill>
                <a:latin typeface="Tahoma"/>
                <a:cs typeface="Tahoma"/>
              </a:rPr>
              <a:t>,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081908" y="5653176"/>
            <a:ext cx="690245" cy="212090"/>
          </a:xfrm>
          <a:custGeom>
            <a:avLst/>
            <a:gdLst/>
            <a:ahLst/>
            <a:cxnLst/>
            <a:rect l="l" t="t" r="r" b="b"/>
            <a:pathLst>
              <a:path w="690245" h="212089">
                <a:moveTo>
                  <a:pt x="622681" y="0"/>
                </a:moveTo>
                <a:lnTo>
                  <a:pt x="619632" y="8597"/>
                </a:lnTo>
                <a:lnTo>
                  <a:pt x="631918" y="13917"/>
                </a:lnTo>
                <a:lnTo>
                  <a:pt x="642477" y="21282"/>
                </a:lnTo>
                <a:lnTo>
                  <a:pt x="663868" y="55414"/>
                </a:lnTo>
                <a:lnTo>
                  <a:pt x="670122" y="86521"/>
                </a:lnTo>
                <a:lnTo>
                  <a:pt x="670155" y="86751"/>
                </a:lnTo>
                <a:lnTo>
                  <a:pt x="670941" y="104813"/>
                </a:lnTo>
                <a:lnTo>
                  <a:pt x="670155" y="123491"/>
                </a:lnTo>
                <a:lnTo>
                  <a:pt x="667797" y="140454"/>
                </a:lnTo>
                <a:lnTo>
                  <a:pt x="651250" y="180848"/>
                </a:lnTo>
                <a:lnTo>
                  <a:pt x="620014" y="203149"/>
                </a:lnTo>
                <a:lnTo>
                  <a:pt x="622681" y="211747"/>
                </a:lnTo>
                <a:lnTo>
                  <a:pt x="663150" y="187715"/>
                </a:lnTo>
                <a:lnTo>
                  <a:pt x="685879" y="143336"/>
                </a:lnTo>
                <a:lnTo>
                  <a:pt x="690244" y="105930"/>
                </a:lnTo>
                <a:lnTo>
                  <a:pt x="689162" y="86751"/>
                </a:lnTo>
                <a:lnTo>
                  <a:pt x="672719" y="37122"/>
                </a:lnTo>
                <a:lnTo>
                  <a:pt x="638036" y="5548"/>
                </a:lnTo>
                <a:lnTo>
                  <a:pt x="622681" y="0"/>
                </a:lnTo>
                <a:close/>
              </a:path>
              <a:path w="690245" h="212089">
                <a:moveTo>
                  <a:pt x="67564" y="0"/>
                </a:moveTo>
                <a:lnTo>
                  <a:pt x="27166" y="24108"/>
                </a:lnTo>
                <a:lnTo>
                  <a:pt x="4381" y="68583"/>
                </a:lnTo>
                <a:lnTo>
                  <a:pt x="0" y="105930"/>
                </a:lnTo>
                <a:lnTo>
                  <a:pt x="987" y="123491"/>
                </a:lnTo>
                <a:lnTo>
                  <a:pt x="17399" y="174751"/>
                </a:lnTo>
                <a:lnTo>
                  <a:pt x="52153" y="206213"/>
                </a:lnTo>
                <a:lnTo>
                  <a:pt x="67564" y="211747"/>
                </a:lnTo>
                <a:lnTo>
                  <a:pt x="70231" y="203149"/>
                </a:lnTo>
                <a:lnTo>
                  <a:pt x="58183" y="197807"/>
                </a:lnTo>
                <a:lnTo>
                  <a:pt x="47767" y="190374"/>
                </a:lnTo>
                <a:lnTo>
                  <a:pt x="26376" y="155699"/>
                </a:lnTo>
                <a:lnTo>
                  <a:pt x="19351" y="105930"/>
                </a:lnTo>
                <a:lnTo>
                  <a:pt x="19304" y="104813"/>
                </a:lnTo>
                <a:lnTo>
                  <a:pt x="26376" y="55414"/>
                </a:lnTo>
                <a:lnTo>
                  <a:pt x="47815" y="21282"/>
                </a:lnTo>
                <a:lnTo>
                  <a:pt x="70612" y="8597"/>
                </a:lnTo>
                <a:lnTo>
                  <a:pt x="67564" y="0"/>
                </a:lnTo>
                <a:close/>
              </a:path>
            </a:pathLst>
          </a:custGeom>
          <a:solidFill>
            <a:srgbClr val="0A5E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920110" y="5583732"/>
            <a:ext cx="790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A5ED6"/>
                </a:solidFill>
                <a:latin typeface="Cambria Math"/>
                <a:cs typeface="Cambria Math"/>
              </a:rPr>
              <a:t>P</a:t>
            </a:r>
            <a:r>
              <a:rPr sz="1800" spc="330" dirty="0">
                <a:solidFill>
                  <a:srgbClr val="0A5ED6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A5ED6"/>
                </a:solidFill>
                <a:latin typeface="Cambria Math"/>
                <a:cs typeface="Cambria Math"/>
              </a:rPr>
              <a:t>A</a:t>
            </a:r>
            <a:r>
              <a:rPr sz="1800" spc="10" dirty="0">
                <a:solidFill>
                  <a:srgbClr val="0A5ED6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A5ED6"/>
                </a:solidFill>
                <a:latin typeface="Cambria Math"/>
                <a:cs typeface="Cambria Math"/>
              </a:rPr>
              <a:t>∩</a:t>
            </a:r>
            <a:r>
              <a:rPr sz="1800" spc="-10" dirty="0">
                <a:solidFill>
                  <a:srgbClr val="0A5ED6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0A5ED6"/>
                </a:solidFill>
                <a:latin typeface="Cambria Math"/>
                <a:cs typeface="Cambria Math"/>
              </a:rPr>
              <a:t>B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843654" y="5583732"/>
            <a:ext cx="1120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A5ED6"/>
                </a:solidFill>
                <a:latin typeface="Cambria Math"/>
                <a:cs typeface="Cambria Math"/>
              </a:rPr>
              <a:t>=</a:t>
            </a:r>
            <a:r>
              <a:rPr sz="1800" spc="90" dirty="0">
                <a:solidFill>
                  <a:srgbClr val="0A5ED6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A5ED6"/>
                </a:solidFill>
                <a:latin typeface="Cambria Math"/>
                <a:cs typeface="Cambria Math"/>
              </a:rPr>
              <a:t>P(B</a:t>
            </a:r>
            <a:r>
              <a:rPr sz="1800" spc="-10" dirty="0">
                <a:solidFill>
                  <a:srgbClr val="0A5ED6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A5ED6"/>
                </a:solidFill>
                <a:latin typeface="Cambria Math"/>
                <a:cs typeface="Cambria Math"/>
              </a:rPr>
              <a:t>∩</a:t>
            </a:r>
            <a:r>
              <a:rPr sz="1800" spc="-15" dirty="0">
                <a:solidFill>
                  <a:srgbClr val="0A5ED6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0A5ED6"/>
                </a:solidFill>
                <a:latin typeface="Cambria Math"/>
                <a:cs typeface="Cambria Math"/>
              </a:rPr>
              <a:t>A)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43BE05F-46B7-C074-D198-73F37397EB7E}"/>
              </a:ext>
            </a:extLst>
          </p:cNvPr>
          <p:cNvSpPr/>
          <p:nvPr/>
        </p:nvSpPr>
        <p:spPr>
          <a:xfrm>
            <a:off x="2552700" y="3057781"/>
            <a:ext cx="7086600" cy="47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P(A∩B∩C)=P(A)⋅P(B∣A)⋅P(C∣A∩B)</a:t>
            </a:r>
            <a:endParaRPr lang="en-BD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Bayes</a:t>
            </a:r>
            <a:r>
              <a:rPr spc="-75" dirty="0"/>
              <a:t> </a:t>
            </a:r>
            <a:r>
              <a:rPr spc="-10" dirty="0"/>
              <a:t>Classifier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0980" y="1745360"/>
            <a:ext cx="6026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A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Probabilistic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framework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for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solving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classification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problems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88561" y="2422270"/>
            <a:ext cx="265430" cy="212090"/>
          </a:xfrm>
          <a:custGeom>
            <a:avLst/>
            <a:gdLst/>
            <a:ahLst/>
            <a:cxnLst/>
            <a:rect l="l" t="t" r="r" b="b"/>
            <a:pathLst>
              <a:path w="265429" h="212089">
                <a:moveTo>
                  <a:pt x="17145" y="1650"/>
                </a:moveTo>
                <a:lnTo>
                  <a:pt x="0" y="1650"/>
                </a:lnTo>
                <a:lnTo>
                  <a:pt x="0" y="209295"/>
                </a:lnTo>
                <a:lnTo>
                  <a:pt x="17145" y="209295"/>
                </a:lnTo>
                <a:lnTo>
                  <a:pt x="17145" y="1650"/>
                </a:lnTo>
                <a:close/>
              </a:path>
              <a:path w="265429" h="212089">
                <a:moveTo>
                  <a:pt x="197612" y="0"/>
                </a:moveTo>
                <a:lnTo>
                  <a:pt x="194563" y="8636"/>
                </a:lnTo>
                <a:lnTo>
                  <a:pt x="206849" y="13946"/>
                </a:lnTo>
                <a:lnTo>
                  <a:pt x="217408" y="21304"/>
                </a:lnTo>
                <a:lnTo>
                  <a:pt x="238799" y="55431"/>
                </a:lnTo>
                <a:lnTo>
                  <a:pt x="245872" y="104901"/>
                </a:lnTo>
                <a:lnTo>
                  <a:pt x="245086" y="123571"/>
                </a:lnTo>
                <a:lnTo>
                  <a:pt x="233299" y="169290"/>
                </a:lnTo>
                <a:lnTo>
                  <a:pt x="206992" y="197865"/>
                </a:lnTo>
                <a:lnTo>
                  <a:pt x="194945" y="203200"/>
                </a:lnTo>
                <a:lnTo>
                  <a:pt x="197612" y="211836"/>
                </a:lnTo>
                <a:lnTo>
                  <a:pt x="238081" y="187707"/>
                </a:lnTo>
                <a:lnTo>
                  <a:pt x="260810" y="143335"/>
                </a:lnTo>
                <a:lnTo>
                  <a:pt x="265175" y="105917"/>
                </a:lnTo>
                <a:lnTo>
                  <a:pt x="264094" y="86776"/>
                </a:lnTo>
                <a:lnTo>
                  <a:pt x="264080" y="86536"/>
                </a:lnTo>
                <a:lnTo>
                  <a:pt x="247650" y="37083"/>
                </a:lnTo>
                <a:lnTo>
                  <a:pt x="212967" y="5544"/>
                </a:lnTo>
                <a:lnTo>
                  <a:pt x="1976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90980" y="2351608"/>
            <a:ext cx="3100070" cy="954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81580" algn="l"/>
              </a:tabLst>
            </a:pPr>
            <a:r>
              <a:rPr sz="1800" dirty="0">
                <a:latin typeface="Tahoma"/>
                <a:cs typeface="Tahoma"/>
              </a:rPr>
              <a:t>Conditional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probability: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dirty="0">
                <a:latin typeface="Cambria Math"/>
                <a:cs typeface="Cambria Math"/>
              </a:rPr>
              <a:t>𝑃(𝐶</a:t>
            </a:r>
            <a:r>
              <a:rPr sz="1800" spc="27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𝐴</a:t>
            </a:r>
            <a:endParaRPr sz="18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800" dirty="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Tahoma"/>
                <a:cs typeface="Tahoma"/>
              </a:rPr>
              <a:t>Bayes</a:t>
            </a:r>
            <a:r>
              <a:rPr sz="1800" b="1" spc="-5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theorem: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99839" y="2217496"/>
            <a:ext cx="8197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-32407" dirty="0">
                <a:latin typeface="Cambria Math"/>
                <a:cs typeface="Cambria Math"/>
              </a:rPr>
              <a:t>=</a:t>
            </a:r>
            <a:r>
              <a:rPr sz="2700" spc="135" baseline="-32407" dirty="0">
                <a:latin typeface="Cambria Math"/>
                <a:cs typeface="Cambria Math"/>
              </a:rPr>
              <a:t> </a:t>
            </a:r>
            <a:r>
              <a:rPr sz="1300" spc="-10" dirty="0">
                <a:latin typeface="Cambria Math"/>
                <a:cs typeface="Cambria Math"/>
              </a:rPr>
              <a:t>𝑃(𝐴,𝐶)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2127" y="2519552"/>
            <a:ext cx="508000" cy="15240"/>
          </a:xfrm>
          <a:custGeom>
            <a:avLst/>
            <a:gdLst/>
            <a:ahLst/>
            <a:cxnLst/>
            <a:rect l="l" t="t" r="r" b="b"/>
            <a:pathLst>
              <a:path w="508000" h="15239">
                <a:moveTo>
                  <a:pt x="507491" y="0"/>
                </a:moveTo>
                <a:lnTo>
                  <a:pt x="0" y="0"/>
                </a:lnTo>
                <a:lnTo>
                  <a:pt x="0" y="15239"/>
                </a:lnTo>
                <a:lnTo>
                  <a:pt x="507491" y="15239"/>
                </a:lnTo>
                <a:lnTo>
                  <a:pt x="5074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631563" y="2526868"/>
            <a:ext cx="391160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0" dirty="0">
                <a:latin typeface="Cambria Math"/>
                <a:cs typeface="Cambria Math"/>
              </a:rPr>
              <a:t>𝑃(𝐴)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272366" y="3518768"/>
            <a:ext cx="265430" cy="212090"/>
          </a:xfrm>
          <a:custGeom>
            <a:avLst/>
            <a:gdLst/>
            <a:ahLst/>
            <a:cxnLst/>
            <a:rect l="l" t="t" r="r" b="b"/>
            <a:pathLst>
              <a:path w="265429" h="212089">
                <a:moveTo>
                  <a:pt x="17145" y="1650"/>
                </a:moveTo>
                <a:lnTo>
                  <a:pt x="0" y="1650"/>
                </a:lnTo>
                <a:lnTo>
                  <a:pt x="0" y="209295"/>
                </a:lnTo>
                <a:lnTo>
                  <a:pt x="17145" y="209295"/>
                </a:lnTo>
                <a:lnTo>
                  <a:pt x="17145" y="1650"/>
                </a:lnTo>
                <a:close/>
              </a:path>
              <a:path w="265429" h="212089">
                <a:moveTo>
                  <a:pt x="197612" y="0"/>
                </a:moveTo>
                <a:lnTo>
                  <a:pt x="194564" y="8635"/>
                </a:lnTo>
                <a:lnTo>
                  <a:pt x="206849" y="13946"/>
                </a:lnTo>
                <a:lnTo>
                  <a:pt x="217408" y="21304"/>
                </a:lnTo>
                <a:lnTo>
                  <a:pt x="238799" y="55431"/>
                </a:lnTo>
                <a:lnTo>
                  <a:pt x="245872" y="104901"/>
                </a:lnTo>
                <a:lnTo>
                  <a:pt x="245086" y="123570"/>
                </a:lnTo>
                <a:lnTo>
                  <a:pt x="233299" y="169290"/>
                </a:lnTo>
                <a:lnTo>
                  <a:pt x="206992" y="197865"/>
                </a:lnTo>
                <a:lnTo>
                  <a:pt x="194945" y="203199"/>
                </a:lnTo>
                <a:lnTo>
                  <a:pt x="197612" y="211835"/>
                </a:lnTo>
                <a:lnTo>
                  <a:pt x="238081" y="187707"/>
                </a:lnTo>
                <a:lnTo>
                  <a:pt x="260810" y="143335"/>
                </a:lnTo>
                <a:lnTo>
                  <a:pt x="265175" y="105917"/>
                </a:lnTo>
                <a:lnTo>
                  <a:pt x="264094" y="86776"/>
                </a:lnTo>
                <a:lnTo>
                  <a:pt x="264080" y="86536"/>
                </a:lnTo>
                <a:lnTo>
                  <a:pt x="247650" y="37083"/>
                </a:lnTo>
                <a:lnTo>
                  <a:pt x="212967" y="5544"/>
                </a:lnTo>
                <a:lnTo>
                  <a:pt x="1976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843996" y="3449046"/>
            <a:ext cx="962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7875" algn="l"/>
              </a:tabLst>
            </a:pPr>
            <a:r>
              <a:rPr sz="1800" dirty="0">
                <a:latin typeface="Cambria Math"/>
                <a:cs typeface="Cambria Math"/>
              </a:rPr>
              <a:t>𝑃(𝐶</a:t>
            </a:r>
            <a:r>
              <a:rPr sz="1800" spc="27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𝐴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855932" y="3616050"/>
            <a:ext cx="1187450" cy="15240"/>
          </a:xfrm>
          <a:custGeom>
            <a:avLst/>
            <a:gdLst/>
            <a:ahLst/>
            <a:cxnLst/>
            <a:rect l="l" t="t" r="r" b="b"/>
            <a:pathLst>
              <a:path w="1187450" h="15239">
                <a:moveTo>
                  <a:pt x="1187196" y="0"/>
                </a:moveTo>
                <a:lnTo>
                  <a:pt x="0" y="0"/>
                </a:lnTo>
                <a:lnTo>
                  <a:pt x="0" y="15239"/>
                </a:lnTo>
                <a:lnTo>
                  <a:pt x="1187196" y="15239"/>
                </a:lnTo>
                <a:lnTo>
                  <a:pt x="11871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273634" y="3345032"/>
            <a:ext cx="266700" cy="212090"/>
          </a:xfrm>
          <a:custGeom>
            <a:avLst/>
            <a:gdLst/>
            <a:ahLst/>
            <a:cxnLst/>
            <a:rect l="l" t="t" r="r" b="b"/>
            <a:pathLst>
              <a:path w="266700" h="212089">
                <a:moveTo>
                  <a:pt x="17144" y="1651"/>
                </a:moveTo>
                <a:lnTo>
                  <a:pt x="0" y="1651"/>
                </a:lnTo>
                <a:lnTo>
                  <a:pt x="0" y="209296"/>
                </a:lnTo>
                <a:lnTo>
                  <a:pt x="17144" y="209296"/>
                </a:lnTo>
                <a:lnTo>
                  <a:pt x="17144" y="1651"/>
                </a:lnTo>
                <a:close/>
              </a:path>
              <a:path w="266700" h="212089">
                <a:moveTo>
                  <a:pt x="199135" y="0"/>
                </a:moveTo>
                <a:lnTo>
                  <a:pt x="196087" y="8636"/>
                </a:lnTo>
                <a:lnTo>
                  <a:pt x="208373" y="13946"/>
                </a:lnTo>
                <a:lnTo>
                  <a:pt x="218932" y="21304"/>
                </a:lnTo>
                <a:lnTo>
                  <a:pt x="240323" y="55431"/>
                </a:lnTo>
                <a:lnTo>
                  <a:pt x="246575" y="86536"/>
                </a:lnTo>
                <a:lnTo>
                  <a:pt x="246610" y="86776"/>
                </a:lnTo>
                <a:lnTo>
                  <a:pt x="247396" y="104902"/>
                </a:lnTo>
                <a:lnTo>
                  <a:pt x="246610" y="123571"/>
                </a:lnTo>
                <a:lnTo>
                  <a:pt x="244252" y="140525"/>
                </a:lnTo>
                <a:lnTo>
                  <a:pt x="227705" y="180911"/>
                </a:lnTo>
                <a:lnTo>
                  <a:pt x="196469" y="203200"/>
                </a:lnTo>
                <a:lnTo>
                  <a:pt x="199135" y="211836"/>
                </a:lnTo>
                <a:lnTo>
                  <a:pt x="239605" y="187707"/>
                </a:lnTo>
                <a:lnTo>
                  <a:pt x="262334" y="143335"/>
                </a:lnTo>
                <a:lnTo>
                  <a:pt x="266700" y="105918"/>
                </a:lnTo>
                <a:lnTo>
                  <a:pt x="265618" y="86776"/>
                </a:lnTo>
                <a:lnTo>
                  <a:pt x="265604" y="86536"/>
                </a:lnTo>
                <a:lnTo>
                  <a:pt x="249174" y="37084"/>
                </a:lnTo>
                <a:lnTo>
                  <a:pt x="214491" y="5544"/>
                </a:lnTo>
                <a:lnTo>
                  <a:pt x="1991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843994" y="3275309"/>
            <a:ext cx="12115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𝑃(𝐴</a:t>
            </a:r>
            <a:r>
              <a:rPr sz="1800" spc="1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𝐶</a:t>
            </a:r>
            <a:r>
              <a:rPr sz="1800" spc="455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𝑃(𝐶)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194514" y="3601446"/>
            <a:ext cx="510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mbria Math"/>
                <a:cs typeface="Cambria Math"/>
              </a:rPr>
              <a:t>𝑃(𝐴)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5" name="object 9">
            <a:extLst>
              <a:ext uri="{FF2B5EF4-FFF2-40B4-BE49-F238E27FC236}">
                <a16:creationId xmlns:a16="http://schemas.microsoft.com/office/drawing/2014/main" id="{C3D58455-DBE0-146C-62D0-C887C55BD679}"/>
              </a:ext>
            </a:extLst>
          </p:cNvPr>
          <p:cNvSpPr txBox="1"/>
          <p:nvPr/>
        </p:nvSpPr>
        <p:spPr>
          <a:xfrm>
            <a:off x="4887772" y="4469005"/>
            <a:ext cx="84455" cy="21544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latin typeface="Cambria Math"/>
                <a:cs typeface="Cambria Math"/>
              </a:rPr>
              <a:t>𝑖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6" name="object 10">
            <a:extLst>
              <a:ext uri="{FF2B5EF4-FFF2-40B4-BE49-F238E27FC236}">
                <a16:creationId xmlns:a16="http://schemas.microsoft.com/office/drawing/2014/main" id="{C4C9E0E0-0331-0E87-8D82-54AAE4A01EBE}"/>
              </a:ext>
            </a:extLst>
          </p:cNvPr>
          <p:cNvSpPr/>
          <p:nvPr/>
        </p:nvSpPr>
        <p:spPr>
          <a:xfrm>
            <a:off x="5002198" y="4430779"/>
            <a:ext cx="265430" cy="212090"/>
          </a:xfrm>
          <a:custGeom>
            <a:avLst/>
            <a:gdLst/>
            <a:ahLst/>
            <a:cxnLst/>
            <a:rect l="l" t="t" r="r" b="b"/>
            <a:pathLst>
              <a:path w="265429" h="212089">
                <a:moveTo>
                  <a:pt x="17144" y="1650"/>
                </a:moveTo>
                <a:lnTo>
                  <a:pt x="0" y="1650"/>
                </a:lnTo>
                <a:lnTo>
                  <a:pt x="0" y="209295"/>
                </a:lnTo>
                <a:lnTo>
                  <a:pt x="17144" y="209295"/>
                </a:lnTo>
                <a:lnTo>
                  <a:pt x="17144" y="1650"/>
                </a:lnTo>
                <a:close/>
              </a:path>
              <a:path w="265429" h="212089">
                <a:moveTo>
                  <a:pt x="197612" y="0"/>
                </a:moveTo>
                <a:lnTo>
                  <a:pt x="194563" y="8636"/>
                </a:lnTo>
                <a:lnTo>
                  <a:pt x="206849" y="13946"/>
                </a:lnTo>
                <a:lnTo>
                  <a:pt x="217408" y="21304"/>
                </a:lnTo>
                <a:lnTo>
                  <a:pt x="238799" y="55431"/>
                </a:lnTo>
                <a:lnTo>
                  <a:pt x="245872" y="104901"/>
                </a:lnTo>
                <a:lnTo>
                  <a:pt x="245086" y="123570"/>
                </a:lnTo>
                <a:lnTo>
                  <a:pt x="233299" y="169291"/>
                </a:lnTo>
                <a:lnTo>
                  <a:pt x="206992" y="197866"/>
                </a:lnTo>
                <a:lnTo>
                  <a:pt x="194944" y="203200"/>
                </a:lnTo>
                <a:lnTo>
                  <a:pt x="197612" y="211836"/>
                </a:lnTo>
                <a:lnTo>
                  <a:pt x="238081" y="187707"/>
                </a:lnTo>
                <a:lnTo>
                  <a:pt x="260810" y="143335"/>
                </a:lnTo>
                <a:lnTo>
                  <a:pt x="265175" y="105918"/>
                </a:lnTo>
                <a:lnTo>
                  <a:pt x="264094" y="86776"/>
                </a:lnTo>
                <a:lnTo>
                  <a:pt x="264080" y="86536"/>
                </a:lnTo>
                <a:lnTo>
                  <a:pt x="247650" y="37084"/>
                </a:lnTo>
                <a:lnTo>
                  <a:pt x="212967" y="5544"/>
                </a:lnTo>
                <a:lnTo>
                  <a:pt x="1976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1">
            <a:extLst>
              <a:ext uri="{FF2B5EF4-FFF2-40B4-BE49-F238E27FC236}">
                <a16:creationId xmlns:a16="http://schemas.microsoft.com/office/drawing/2014/main" id="{6A90AB46-0D7A-C9F5-E279-A54489FB474C}"/>
              </a:ext>
            </a:extLst>
          </p:cNvPr>
          <p:cNvSpPr txBox="1"/>
          <p:nvPr/>
        </p:nvSpPr>
        <p:spPr>
          <a:xfrm>
            <a:off x="4514392" y="4360801"/>
            <a:ext cx="1021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2130" algn="l"/>
                <a:tab pos="836930" algn="l"/>
              </a:tabLst>
            </a:pPr>
            <a:r>
              <a:rPr sz="1800" spc="-25" dirty="0">
                <a:latin typeface="Cambria Math"/>
                <a:cs typeface="Cambria Math"/>
              </a:rPr>
              <a:t>𝑃(𝐸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𝐴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8" name="object 12">
            <a:extLst>
              <a:ext uri="{FF2B5EF4-FFF2-40B4-BE49-F238E27FC236}">
                <a16:creationId xmlns:a16="http://schemas.microsoft.com/office/drawing/2014/main" id="{23712ABB-5D20-81F5-6067-B18B7A166A79}"/>
              </a:ext>
            </a:extLst>
          </p:cNvPr>
          <p:cNvSpPr/>
          <p:nvPr/>
        </p:nvSpPr>
        <p:spPr>
          <a:xfrm>
            <a:off x="5585764" y="4528061"/>
            <a:ext cx="1870075" cy="15240"/>
          </a:xfrm>
          <a:custGeom>
            <a:avLst/>
            <a:gdLst/>
            <a:ahLst/>
            <a:cxnLst/>
            <a:rect l="l" t="t" r="r" b="b"/>
            <a:pathLst>
              <a:path w="1870075" h="15239">
                <a:moveTo>
                  <a:pt x="1869948" y="0"/>
                </a:moveTo>
                <a:lnTo>
                  <a:pt x="0" y="0"/>
                </a:lnTo>
                <a:lnTo>
                  <a:pt x="0" y="15239"/>
                </a:lnTo>
                <a:lnTo>
                  <a:pt x="1869948" y="15239"/>
                </a:lnTo>
                <a:lnTo>
                  <a:pt x="18699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3">
            <a:extLst>
              <a:ext uri="{FF2B5EF4-FFF2-40B4-BE49-F238E27FC236}">
                <a16:creationId xmlns:a16="http://schemas.microsoft.com/office/drawing/2014/main" id="{D59A02AB-6E54-0DE3-D492-C06C994CC7B1}"/>
              </a:ext>
            </a:extLst>
          </p:cNvPr>
          <p:cNvSpPr/>
          <p:nvPr/>
        </p:nvSpPr>
        <p:spPr>
          <a:xfrm>
            <a:off x="5994449" y="4257043"/>
            <a:ext cx="354965" cy="212090"/>
          </a:xfrm>
          <a:custGeom>
            <a:avLst/>
            <a:gdLst/>
            <a:ahLst/>
            <a:cxnLst/>
            <a:rect l="l" t="t" r="r" b="b"/>
            <a:pathLst>
              <a:path w="354964" h="212089">
                <a:moveTo>
                  <a:pt x="287400" y="0"/>
                </a:moveTo>
                <a:lnTo>
                  <a:pt x="284352" y="8636"/>
                </a:lnTo>
                <a:lnTo>
                  <a:pt x="296638" y="13946"/>
                </a:lnTo>
                <a:lnTo>
                  <a:pt x="307197" y="21304"/>
                </a:lnTo>
                <a:lnTo>
                  <a:pt x="328588" y="55431"/>
                </a:lnTo>
                <a:lnTo>
                  <a:pt x="335661" y="104901"/>
                </a:lnTo>
                <a:lnTo>
                  <a:pt x="334875" y="123571"/>
                </a:lnTo>
                <a:lnTo>
                  <a:pt x="323088" y="169290"/>
                </a:lnTo>
                <a:lnTo>
                  <a:pt x="296781" y="197865"/>
                </a:lnTo>
                <a:lnTo>
                  <a:pt x="284734" y="203200"/>
                </a:lnTo>
                <a:lnTo>
                  <a:pt x="287400" y="211836"/>
                </a:lnTo>
                <a:lnTo>
                  <a:pt x="327870" y="187707"/>
                </a:lnTo>
                <a:lnTo>
                  <a:pt x="350599" y="143335"/>
                </a:lnTo>
                <a:lnTo>
                  <a:pt x="354964" y="105918"/>
                </a:lnTo>
                <a:lnTo>
                  <a:pt x="353883" y="86776"/>
                </a:lnTo>
                <a:lnTo>
                  <a:pt x="353869" y="86536"/>
                </a:lnTo>
                <a:lnTo>
                  <a:pt x="337438" y="37084"/>
                </a:lnTo>
                <a:lnTo>
                  <a:pt x="302756" y="5544"/>
                </a:lnTo>
                <a:lnTo>
                  <a:pt x="287400" y="0"/>
                </a:lnTo>
                <a:close/>
              </a:path>
              <a:path w="354964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1"/>
                </a:lnTo>
                <a:lnTo>
                  <a:pt x="0" y="105918"/>
                </a:lnTo>
                <a:lnTo>
                  <a:pt x="992" y="123571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3" y="211836"/>
                </a:lnTo>
                <a:lnTo>
                  <a:pt x="70230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8"/>
                </a:lnTo>
                <a:lnTo>
                  <a:pt x="19303" y="104901"/>
                </a:lnTo>
                <a:lnTo>
                  <a:pt x="20089" y="86776"/>
                </a:lnTo>
                <a:lnTo>
                  <a:pt x="31876" y="42163"/>
                </a:lnTo>
                <a:lnTo>
                  <a:pt x="58344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4">
            <a:extLst>
              <a:ext uri="{FF2B5EF4-FFF2-40B4-BE49-F238E27FC236}">
                <a16:creationId xmlns:a16="http://schemas.microsoft.com/office/drawing/2014/main" id="{BF637D95-9F34-0E8D-38C6-064749E372BF}"/>
              </a:ext>
            </a:extLst>
          </p:cNvPr>
          <p:cNvSpPr txBox="1"/>
          <p:nvPr/>
        </p:nvSpPr>
        <p:spPr>
          <a:xfrm>
            <a:off x="5789217" y="4187066"/>
            <a:ext cx="1466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6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𝐸</a:t>
            </a:r>
            <a:r>
              <a:rPr sz="1950" baseline="-14957" dirty="0">
                <a:latin typeface="Cambria Math"/>
                <a:cs typeface="Cambria Math"/>
              </a:rPr>
              <a:t>𝑖</a:t>
            </a:r>
            <a:r>
              <a:rPr sz="1950" spc="202" baseline="-14957" dirty="0">
                <a:latin typeface="Cambria Math"/>
                <a:cs typeface="Cambria Math"/>
              </a:rPr>
              <a:t>  </a:t>
            </a:r>
            <a:r>
              <a:rPr sz="1800" spc="-10" dirty="0">
                <a:latin typeface="Cambria Math"/>
                <a:cs typeface="Cambria Math"/>
              </a:rPr>
              <a:t>.</a:t>
            </a:r>
            <a:r>
              <a:rPr sz="1800" spc="-10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𝑃(𝐴|𝐸</a:t>
            </a:r>
            <a:r>
              <a:rPr sz="1950" spc="-15" baseline="-14957" dirty="0">
                <a:latin typeface="Cambria Math"/>
                <a:cs typeface="Cambria Math"/>
              </a:rPr>
              <a:t>𝑖</a:t>
            </a:r>
            <a:r>
              <a:rPr sz="1800" spc="-10" dirty="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1" name="object 15">
            <a:extLst>
              <a:ext uri="{FF2B5EF4-FFF2-40B4-BE49-F238E27FC236}">
                <a16:creationId xmlns:a16="http://schemas.microsoft.com/office/drawing/2014/main" id="{45595FBA-738E-1851-8805-38FC3D83B01E}"/>
              </a:ext>
            </a:extLst>
          </p:cNvPr>
          <p:cNvSpPr txBox="1"/>
          <p:nvPr/>
        </p:nvSpPr>
        <p:spPr>
          <a:xfrm>
            <a:off x="5735369" y="4639693"/>
            <a:ext cx="309880" cy="21544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𝑖=1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2" name="object 16">
            <a:extLst>
              <a:ext uri="{FF2B5EF4-FFF2-40B4-BE49-F238E27FC236}">
                <a16:creationId xmlns:a16="http://schemas.microsoft.com/office/drawing/2014/main" id="{EA83319C-DA37-F45E-1EF0-145C45A1158D}"/>
              </a:ext>
            </a:extLst>
          </p:cNvPr>
          <p:cNvSpPr txBox="1"/>
          <p:nvPr/>
        </p:nvSpPr>
        <p:spPr>
          <a:xfrm>
            <a:off x="5548425" y="4426333"/>
            <a:ext cx="346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217" baseline="-18518" dirty="0">
                <a:latin typeface="Cambria Math"/>
                <a:cs typeface="Cambria Math"/>
              </a:rPr>
              <a:t>σ</a:t>
            </a:r>
            <a:r>
              <a:rPr sz="1300" spc="145" dirty="0">
                <a:latin typeface="Cambria Math"/>
                <a:cs typeface="Cambria Math"/>
              </a:rPr>
              <a:t>𝑛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3" name="object 17">
            <a:extLst>
              <a:ext uri="{FF2B5EF4-FFF2-40B4-BE49-F238E27FC236}">
                <a16:creationId xmlns:a16="http://schemas.microsoft.com/office/drawing/2014/main" id="{FA039700-10E9-5CD6-E259-97E78D40D298}"/>
              </a:ext>
            </a:extLst>
          </p:cNvPr>
          <p:cNvSpPr/>
          <p:nvPr/>
        </p:nvSpPr>
        <p:spPr>
          <a:xfrm>
            <a:off x="6235242" y="4583179"/>
            <a:ext cx="354965" cy="212090"/>
          </a:xfrm>
          <a:custGeom>
            <a:avLst/>
            <a:gdLst/>
            <a:ahLst/>
            <a:cxnLst/>
            <a:rect l="l" t="t" r="r" b="b"/>
            <a:pathLst>
              <a:path w="354965" h="212089">
                <a:moveTo>
                  <a:pt x="287400" y="0"/>
                </a:moveTo>
                <a:lnTo>
                  <a:pt x="284352" y="8636"/>
                </a:lnTo>
                <a:lnTo>
                  <a:pt x="296638" y="13946"/>
                </a:lnTo>
                <a:lnTo>
                  <a:pt x="307197" y="21304"/>
                </a:lnTo>
                <a:lnTo>
                  <a:pt x="328588" y="55431"/>
                </a:lnTo>
                <a:lnTo>
                  <a:pt x="334840" y="86536"/>
                </a:lnTo>
                <a:lnTo>
                  <a:pt x="334875" y="86776"/>
                </a:lnTo>
                <a:lnTo>
                  <a:pt x="335661" y="104901"/>
                </a:lnTo>
                <a:lnTo>
                  <a:pt x="334875" y="123570"/>
                </a:lnTo>
                <a:lnTo>
                  <a:pt x="332517" y="140525"/>
                </a:lnTo>
                <a:lnTo>
                  <a:pt x="315970" y="180911"/>
                </a:lnTo>
                <a:lnTo>
                  <a:pt x="284733" y="203200"/>
                </a:lnTo>
                <a:lnTo>
                  <a:pt x="287400" y="211836"/>
                </a:lnTo>
                <a:lnTo>
                  <a:pt x="327870" y="187707"/>
                </a:lnTo>
                <a:lnTo>
                  <a:pt x="350599" y="143335"/>
                </a:lnTo>
                <a:lnTo>
                  <a:pt x="354965" y="105918"/>
                </a:lnTo>
                <a:lnTo>
                  <a:pt x="353883" y="86776"/>
                </a:lnTo>
                <a:lnTo>
                  <a:pt x="353869" y="86536"/>
                </a:lnTo>
                <a:lnTo>
                  <a:pt x="337439" y="37084"/>
                </a:lnTo>
                <a:lnTo>
                  <a:pt x="302756" y="5544"/>
                </a:lnTo>
                <a:lnTo>
                  <a:pt x="287400" y="0"/>
                </a:lnTo>
                <a:close/>
              </a:path>
              <a:path w="354965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1"/>
                </a:lnTo>
                <a:lnTo>
                  <a:pt x="0" y="105918"/>
                </a:lnTo>
                <a:lnTo>
                  <a:pt x="992" y="123570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3" y="211836"/>
                </a:lnTo>
                <a:lnTo>
                  <a:pt x="70231" y="203200"/>
                </a:lnTo>
                <a:lnTo>
                  <a:pt x="58183" y="197866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8"/>
                </a:lnTo>
                <a:lnTo>
                  <a:pt x="19304" y="104901"/>
                </a:lnTo>
                <a:lnTo>
                  <a:pt x="20089" y="86776"/>
                </a:lnTo>
                <a:lnTo>
                  <a:pt x="31876" y="42163"/>
                </a:lnTo>
                <a:lnTo>
                  <a:pt x="58344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8">
            <a:extLst>
              <a:ext uri="{FF2B5EF4-FFF2-40B4-BE49-F238E27FC236}">
                <a16:creationId xmlns:a16="http://schemas.microsoft.com/office/drawing/2014/main" id="{6106DD3B-E57F-0B06-D5A8-EE78E913B87A}"/>
              </a:ext>
            </a:extLst>
          </p:cNvPr>
          <p:cNvSpPr txBox="1"/>
          <p:nvPr/>
        </p:nvSpPr>
        <p:spPr>
          <a:xfrm>
            <a:off x="6030010" y="4513201"/>
            <a:ext cx="1466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6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𝐸</a:t>
            </a:r>
            <a:r>
              <a:rPr sz="1950" baseline="-14957" dirty="0">
                <a:latin typeface="Cambria Math"/>
                <a:cs typeface="Cambria Math"/>
              </a:rPr>
              <a:t>𝑖</a:t>
            </a:r>
            <a:r>
              <a:rPr sz="1950" spc="202" baseline="-14957" dirty="0">
                <a:latin typeface="Cambria Math"/>
                <a:cs typeface="Cambria Math"/>
              </a:rPr>
              <a:t>  </a:t>
            </a:r>
            <a:r>
              <a:rPr sz="1800" spc="-10" dirty="0">
                <a:latin typeface="Cambria Math"/>
                <a:cs typeface="Cambria Math"/>
              </a:rPr>
              <a:t>.</a:t>
            </a:r>
            <a:r>
              <a:rPr sz="1800" spc="-9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𝑃(𝐴|𝐸</a:t>
            </a:r>
            <a:r>
              <a:rPr sz="1950" spc="-15" baseline="-14957" dirty="0">
                <a:latin typeface="Cambria Math"/>
                <a:cs typeface="Cambria Math"/>
              </a:rPr>
              <a:t>𝑖</a:t>
            </a:r>
            <a:r>
              <a:rPr sz="1800" spc="-10" dirty="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7259" y="3166948"/>
            <a:ext cx="166306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The </a:t>
            </a:r>
            <a:r>
              <a:rPr sz="3200" spc="-25" dirty="0"/>
              <a:t>End</a:t>
            </a:r>
            <a:endParaRPr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641</TotalTime>
  <Words>1306</Words>
  <Application>Microsoft Macintosh PowerPoint</Application>
  <PresentationFormat>Widescreen</PresentationFormat>
  <Paragraphs>179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 MT</vt:lpstr>
      <vt:lpstr>Calibri</vt:lpstr>
      <vt:lpstr>Cambria Math</vt:lpstr>
      <vt:lpstr>Symbol</vt:lpstr>
      <vt:lpstr>Tahoma</vt:lpstr>
      <vt:lpstr>Times New Roman</vt:lpstr>
      <vt:lpstr>Office Theme</vt:lpstr>
      <vt:lpstr>Bayesian Classifier and its variants</vt:lpstr>
      <vt:lpstr>PowerPoint Presentation</vt:lpstr>
      <vt:lpstr>Bayesian Classifier</vt:lpstr>
      <vt:lpstr>Bayesian Classifier</vt:lpstr>
      <vt:lpstr>Mutually Exclusive and Exhaustive events</vt:lpstr>
      <vt:lpstr>Mutually Exclusive and Exhaustive events</vt:lpstr>
      <vt:lpstr>Mutually Exclusive and Exhaustive events</vt:lpstr>
      <vt:lpstr>Mutually Exclusive and Exhaustive events</vt:lpstr>
      <vt:lpstr>Mutually Exclusive and Exhaustive events</vt:lpstr>
      <vt:lpstr>Mutually Exclusive and Exhaustive events</vt:lpstr>
      <vt:lpstr>Bayesian Classifier Examples</vt:lpstr>
      <vt:lpstr>Bayesian Classifier Examples</vt:lpstr>
      <vt:lpstr>Bayesian Classifier Examples</vt:lpstr>
      <vt:lpstr>Bayesian Classifier</vt:lpstr>
      <vt:lpstr>Simple probability</vt:lpstr>
      <vt:lpstr>Simple probability</vt:lpstr>
      <vt:lpstr>Simple probability</vt:lpstr>
      <vt:lpstr>Joint probability</vt:lpstr>
      <vt:lpstr>Conditional probability</vt:lpstr>
      <vt:lpstr>Conditional probability</vt:lpstr>
      <vt:lpstr>Bayes Classifier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Bijon Mallik</dc:creator>
  <cp:lastModifiedBy>Rakib Mahmud</cp:lastModifiedBy>
  <cp:revision>3</cp:revision>
  <dcterms:created xsi:type="dcterms:W3CDTF">2025-07-27T15:08:11Z</dcterms:created>
  <dcterms:modified xsi:type="dcterms:W3CDTF">2025-08-17T18:50:32Z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2024-07-10T00:00:00Z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2025-07-27T00:00:00Z</vt:filetime>
  </property>
  <property fmtid="{D5CDD505-2E9C-101B-9397-08002B2CF9AE}" pid="5" name="Producer">
    <vt:lpwstr>Microsoft® PowerPoint® LTSC</vt:lpwstr>
  </property>
</Properties>
</file>