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476"/>
  </p:normalViewPr>
  <p:slideViewPr>
    <p:cSldViewPr>
      <p:cViewPr varScale="1">
        <p:scale>
          <a:sx n="90" d="100"/>
          <a:sy n="90" d="100"/>
        </p:scale>
        <p:origin x="162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1E409-A3E1-114A-AF3B-8CCB9BEE4CDB}" type="datetimeFigureOut">
              <a:rPr lang="en-BD" smtClean="0"/>
              <a:t>25/11/25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55B1D-1574-8A41-AB1E-3B93A8A78C53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8402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Alignment </a:t>
            </a:r>
            <a:r>
              <a:rPr lang="bn-BD" dirty="0"/>
              <a:t>হলো একটা </a:t>
            </a:r>
            <a:r>
              <a:rPr lang="en-GB" b="1" dirty="0"/>
              <a:t>mapping</a:t>
            </a:r>
            <a:r>
              <a:rPr lang="en-GB" dirty="0"/>
              <a:t> </a:t>
            </a:r>
            <a:r>
              <a:rPr lang="bn-BD" dirty="0"/>
              <a:t>বা </a:t>
            </a:r>
            <a:r>
              <a:rPr lang="en-GB" b="1" dirty="0"/>
              <a:t>correspondence</a:t>
            </a:r>
            <a:r>
              <a:rPr lang="en-GB" dirty="0"/>
              <a:t>:</a:t>
            </a:r>
          </a:p>
          <a:p>
            <a:r>
              <a:rPr lang="en-GB" dirty="0"/>
              <a:t>A-</a:t>
            </a:r>
            <a:r>
              <a:rPr lang="bn-BD" dirty="0"/>
              <a:t>এর প্রতিটি </a:t>
            </a:r>
            <a:r>
              <a:rPr lang="en-GB" dirty="0"/>
              <a:t>point B-</a:t>
            </a:r>
            <a:r>
              <a:rPr lang="bn-BD" dirty="0"/>
              <a:t>এর এক বা একাধিক </a:t>
            </a:r>
            <a:r>
              <a:rPr lang="en-GB" dirty="0"/>
              <a:t>point-</a:t>
            </a:r>
            <a:r>
              <a:rPr lang="bn-BD" dirty="0"/>
              <a:t>এর সাথে </a:t>
            </a:r>
            <a:r>
              <a:rPr lang="en-GB" dirty="0"/>
              <a:t>connect </a:t>
            </a:r>
            <a:r>
              <a:rPr lang="bn-BD" dirty="0"/>
              <a:t>হয়</a:t>
            </a:r>
          </a:p>
          <a:p>
            <a:r>
              <a:rPr lang="bn-BD" dirty="0"/>
              <a:t>এই </a:t>
            </a:r>
            <a:r>
              <a:rPr lang="en-GB" dirty="0"/>
              <a:t>connection </a:t>
            </a:r>
            <a:r>
              <a:rPr lang="bn-BD" dirty="0"/>
              <a:t>গুলো একটা </a:t>
            </a:r>
            <a:r>
              <a:rPr lang="en-GB" dirty="0"/>
              <a:t>path </a:t>
            </a:r>
            <a:r>
              <a:rPr lang="bn-BD" dirty="0"/>
              <a:t>তৈরি করে</a:t>
            </a:r>
          </a:p>
          <a:p>
            <a:r>
              <a:rPr lang="bn-BD" dirty="0"/>
              <a:t>এই </a:t>
            </a:r>
            <a:r>
              <a:rPr lang="en-GB" dirty="0"/>
              <a:t>path-</a:t>
            </a:r>
            <a:r>
              <a:rPr lang="bn-BD" dirty="0"/>
              <a:t>ই হলো </a:t>
            </a:r>
            <a:r>
              <a:rPr lang="en-GB" dirty="0"/>
              <a:t>alignment</a:t>
            </a:r>
          </a:p>
          <a:p>
            <a:endParaRPr lang="en-BD" dirty="0"/>
          </a:p>
          <a:p>
            <a:endParaRPr lang="en-BD" dirty="0"/>
          </a:p>
          <a:p>
            <a:r>
              <a:rPr lang="bn-BD" dirty="0"/>
              <a:t>যে </a:t>
            </a:r>
            <a:r>
              <a:rPr lang="en-GB" dirty="0"/>
              <a:t>path-</a:t>
            </a:r>
            <a:r>
              <a:rPr lang="bn-BD" dirty="0"/>
              <a:t>এর </a:t>
            </a:r>
            <a:r>
              <a:rPr lang="en-GB" b="1" dirty="0"/>
              <a:t>total cost </a:t>
            </a:r>
            <a:r>
              <a:rPr lang="bn-BD" b="1" dirty="0"/>
              <a:t>সবচেয়ে কম</a:t>
            </a:r>
            <a:r>
              <a:rPr lang="bn-BD" dirty="0"/>
              <a:t>, সেটাই </a:t>
            </a:r>
            <a:r>
              <a:rPr lang="en-GB" dirty="0"/>
              <a:t>optimal!</a:t>
            </a:r>
          </a:p>
          <a:p>
            <a:endParaRPr lang="en-GB" dirty="0"/>
          </a:p>
          <a:p>
            <a:r>
              <a:rPr lang="en-GB"/>
              <a:t>Different length sequences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55B1D-1574-8A41-AB1E-3B93A8A78C53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4879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6679" y="2185035"/>
            <a:ext cx="7138640" cy="1792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0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35"/>
              </a:spcBef>
            </a:pPr>
            <a:r>
              <a:rPr dirty="0"/>
              <a:t>DTW</a:t>
            </a:r>
            <a:r>
              <a:rPr spc="-130" dirty="0"/>
              <a:t> </a:t>
            </a:r>
            <a:r>
              <a:rPr dirty="0"/>
              <a:t>Numeric</a:t>
            </a:r>
            <a:r>
              <a:rPr spc="-120" dirty="0"/>
              <a:t> </a:t>
            </a:r>
            <a:r>
              <a:rPr spc="-10" dirty="0"/>
              <a:t>Example</a:t>
            </a: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lang="en-US" sz="2400" spc="-10" dirty="0"/>
              <a:t>Rakib </a:t>
            </a:r>
            <a:r>
              <a:rPr sz="2400" spc="-10" dirty="0"/>
              <a:t>Mahmud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8383" y="485706"/>
            <a:ext cx="11332210" cy="5683250"/>
            <a:chOff x="348383" y="485706"/>
            <a:chExt cx="11332210" cy="568325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383" y="485706"/>
              <a:ext cx="6102659" cy="56830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1042" y="1199139"/>
              <a:ext cx="5229225" cy="44576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10915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13654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41960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02615" cy="4119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70130" y="5194998"/>
          <a:ext cx="5187315" cy="492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3780" y="1591339"/>
          <a:ext cx="4507230" cy="348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∞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A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8296" y="830835"/>
            <a:ext cx="2247899" cy="151447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696" y="1028631"/>
          <a:ext cx="692150" cy="411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m=5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4055" y="2755236"/>
            <a:ext cx="5572124" cy="18097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2340</Words>
  <Application>Microsoft Macintosh PowerPoint</Application>
  <PresentationFormat>Widescreen</PresentationFormat>
  <Paragraphs>2077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Arial MT</vt:lpstr>
      <vt:lpstr>Calibri</vt:lpstr>
      <vt:lpstr>Times New Roman</vt:lpstr>
      <vt:lpstr>Office Theme</vt:lpstr>
      <vt:lpstr>DTW Numeric Example Rakib Mahmud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DTW Numeric Example</dc:title>
  <cp:lastModifiedBy>Rakib Mahmud</cp:lastModifiedBy>
  <cp:revision>1</cp:revision>
  <dcterms:created xsi:type="dcterms:W3CDTF">2025-11-24T20:00:20Z</dcterms:created>
  <dcterms:modified xsi:type="dcterms:W3CDTF">2025-11-25T03:24:29Z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2025-11-24T00:00:00Z</vt:filetime>
  </property>
</Properties>
</file>